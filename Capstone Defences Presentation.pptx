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Lst>
  <p:notesMasterIdLst>
    <p:notesMasterId r:id="rId28"/>
  </p:notesMasterIdLst>
  <p:sldIdLst>
    <p:sldId id="256" r:id="rId2"/>
    <p:sldId id="257" r:id="rId3"/>
    <p:sldId id="281" r:id="rId4"/>
    <p:sldId id="260" r:id="rId5"/>
    <p:sldId id="261" r:id="rId6"/>
    <p:sldId id="259" r:id="rId7"/>
    <p:sldId id="263" r:id="rId8"/>
    <p:sldId id="264" r:id="rId9"/>
    <p:sldId id="265" r:id="rId10"/>
    <p:sldId id="273" r:id="rId11"/>
    <p:sldId id="266" r:id="rId12"/>
    <p:sldId id="267" r:id="rId13"/>
    <p:sldId id="268" r:id="rId14"/>
    <p:sldId id="269" r:id="rId15"/>
    <p:sldId id="284" r:id="rId16"/>
    <p:sldId id="285" r:id="rId17"/>
    <p:sldId id="270" r:id="rId18"/>
    <p:sldId id="280" r:id="rId19"/>
    <p:sldId id="271" r:id="rId20"/>
    <p:sldId id="274" r:id="rId21"/>
    <p:sldId id="275" r:id="rId22"/>
    <p:sldId id="276" r:id="rId23"/>
    <p:sldId id="277" r:id="rId24"/>
    <p:sldId id="278" r:id="rId25"/>
    <p:sldId id="283" r:id="rId26"/>
    <p:sldId id="279"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446ADE-D20C-E4E6-A25E-499A2DEA6086}" v="1" dt="2025-02-04T00:32:48.7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rsha Annamalai (She/Her/Hers)" userId="S::v_annamalai@uncg.edu::4b9be706-bf0a-459b-af26-9290bef75fc1" providerId="AD" clId="Web-{DA446ADE-D20C-E4E6-A25E-499A2DEA6086}"/>
    <pc:docChg chg="modSld">
      <pc:chgData name="Varsha Annamalai (She/Her/Hers)" userId="S::v_annamalai@uncg.edu::4b9be706-bf0a-459b-af26-9290bef75fc1" providerId="AD" clId="Web-{DA446ADE-D20C-E4E6-A25E-499A2DEA6086}" dt="2025-02-04T00:32:48.711" v="0" actId="1076"/>
      <pc:docMkLst>
        <pc:docMk/>
      </pc:docMkLst>
      <pc:sldChg chg="modSp">
        <pc:chgData name="Varsha Annamalai (She/Her/Hers)" userId="S::v_annamalai@uncg.edu::4b9be706-bf0a-459b-af26-9290bef75fc1" providerId="AD" clId="Web-{DA446ADE-D20C-E4E6-A25E-499A2DEA6086}" dt="2025-02-04T00:32:48.711" v="0" actId="1076"/>
        <pc:sldMkLst>
          <pc:docMk/>
          <pc:sldMk cId="109857222" sldId="256"/>
        </pc:sldMkLst>
        <pc:picChg chg="mod">
          <ac:chgData name="Varsha Annamalai (She/Her/Hers)" userId="S::v_annamalai@uncg.edu::4b9be706-bf0a-459b-af26-9290bef75fc1" providerId="AD" clId="Web-{DA446ADE-D20C-E4E6-A25E-499A2DEA6086}" dt="2025-02-04T00:32:48.711" v="0" actId="1076"/>
          <ac:picMkLst>
            <pc:docMk/>
            <pc:sldMk cId="109857222" sldId="256"/>
            <ac:picMk id="106" creationId="{9B77BEF9-4357-8C53-7231-60AC7BC15B6C}"/>
          </ac:picMkLst>
        </pc:picChg>
      </pc:sldChg>
    </pc:docChg>
  </pc:docChgLst>
  <pc:docChgLst>
    <pc:chgData name="Varsha Annamalai (She/Her/Hers)" userId="S::v_annamalai@uncg.edu::4b9be706-bf0a-459b-af26-9290bef75fc1" providerId="AD" clId="Web-{B3452200-FED8-9A7D-45EA-EC6A57099116}"/>
    <pc:docChg chg="addSld modSld sldOrd">
      <pc:chgData name="Varsha Annamalai (She/Her/Hers)" userId="S::v_annamalai@uncg.edu::4b9be706-bf0a-459b-af26-9290bef75fc1" providerId="AD" clId="Web-{B3452200-FED8-9A7D-45EA-EC6A57099116}" dt="2024-11-23T10:04:57.195" v="2557"/>
      <pc:docMkLst>
        <pc:docMk/>
      </pc:docMkLst>
      <pc:sldChg chg="modSp modNotes">
        <pc:chgData name="Varsha Annamalai (She/Her/Hers)" userId="S::v_annamalai@uncg.edu::4b9be706-bf0a-459b-af26-9290bef75fc1" providerId="AD" clId="Web-{B3452200-FED8-9A7D-45EA-EC6A57099116}" dt="2024-11-23T06:15:41.884" v="2254" actId="20577"/>
        <pc:sldMkLst>
          <pc:docMk/>
          <pc:sldMk cId="2680047780" sldId="257"/>
        </pc:sldMkLst>
        <pc:spChg chg="mod">
          <ac:chgData name="Varsha Annamalai (She/Her/Hers)" userId="S::v_annamalai@uncg.edu::4b9be706-bf0a-459b-af26-9290bef75fc1" providerId="AD" clId="Web-{B3452200-FED8-9A7D-45EA-EC6A57099116}" dt="2024-11-23T06:15:41.884" v="2254" actId="20577"/>
          <ac:spMkLst>
            <pc:docMk/>
            <pc:sldMk cId="2680047780" sldId="257"/>
            <ac:spMk id="2" creationId="{70938B7B-455E-047A-3E98-ABCC63DCDCF3}"/>
          </ac:spMkLst>
        </pc:spChg>
      </pc:sldChg>
      <pc:sldChg chg="modSp modNotes">
        <pc:chgData name="Varsha Annamalai (She/Her/Hers)" userId="S::v_annamalai@uncg.edu::4b9be706-bf0a-459b-af26-9290bef75fc1" providerId="AD" clId="Web-{B3452200-FED8-9A7D-45EA-EC6A57099116}" dt="2024-11-23T06:15:37.743" v="2253" actId="20577"/>
        <pc:sldMkLst>
          <pc:docMk/>
          <pc:sldMk cId="1877809401" sldId="258"/>
        </pc:sldMkLst>
      </pc:sldChg>
      <pc:sldChg chg="addSp delSp modSp ord modNotes">
        <pc:chgData name="Varsha Annamalai (She/Her/Hers)" userId="S::v_annamalai@uncg.edu::4b9be706-bf0a-459b-af26-9290bef75fc1" providerId="AD" clId="Web-{B3452200-FED8-9A7D-45EA-EC6A57099116}" dt="2024-11-23T06:14:15.007" v="2230" actId="20577"/>
        <pc:sldMkLst>
          <pc:docMk/>
          <pc:sldMk cId="2640071290" sldId="259"/>
        </pc:sldMkLst>
        <pc:spChg chg="mod">
          <ac:chgData name="Varsha Annamalai (She/Her/Hers)" userId="S::v_annamalai@uncg.edu::4b9be706-bf0a-459b-af26-9290bef75fc1" providerId="AD" clId="Web-{B3452200-FED8-9A7D-45EA-EC6A57099116}" dt="2024-11-23T06:14:15.007" v="2230" actId="20577"/>
          <ac:spMkLst>
            <pc:docMk/>
            <pc:sldMk cId="2640071290" sldId="259"/>
            <ac:spMk id="2" creationId="{70938B7B-455E-047A-3E98-ABCC63DCDCF3}"/>
          </ac:spMkLst>
        </pc:spChg>
        <pc:spChg chg="add mod">
          <ac:chgData name="Varsha Annamalai (She/Her/Hers)" userId="S::v_annamalai@uncg.edu::4b9be706-bf0a-459b-af26-9290bef75fc1" providerId="AD" clId="Web-{B3452200-FED8-9A7D-45EA-EC6A57099116}" dt="2024-11-23T04:37:10.695" v="2142" actId="20577"/>
          <ac:spMkLst>
            <pc:docMk/>
            <pc:sldMk cId="2640071290" sldId="259"/>
            <ac:spMk id="4" creationId="{F88640E3-A4AC-65B8-B250-B4B9D1354972}"/>
          </ac:spMkLst>
        </pc:spChg>
        <pc:picChg chg="add mod">
          <ac:chgData name="Varsha Annamalai (She/Her/Hers)" userId="S::v_annamalai@uncg.edu::4b9be706-bf0a-459b-af26-9290bef75fc1" providerId="AD" clId="Web-{B3452200-FED8-9A7D-45EA-EC6A57099116}" dt="2024-11-23T03:46:16.331" v="1982" actId="1076"/>
          <ac:picMkLst>
            <pc:docMk/>
            <pc:sldMk cId="2640071290" sldId="259"/>
            <ac:picMk id="5" creationId="{92F2CCAF-3437-D877-CC60-DE6584EF52B7}"/>
          </ac:picMkLst>
        </pc:picChg>
        <pc:picChg chg="add mod">
          <ac:chgData name="Varsha Annamalai (She/Her/Hers)" userId="S::v_annamalai@uncg.edu::4b9be706-bf0a-459b-af26-9290bef75fc1" providerId="AD" clId="Web-{B3452200-FED8-9A7D-45EA-EC6A57099116}" dt="2024-11-23T03:46:12.831" v="1981" actId="1076"/>
          <ac:picMkLst>
            <pc:docMk/>
            <pc:sldMk cId="2640071290" sldId="259"/>
            <ac:picMk id="7" creationId="{4B6E3212-67C8-810E-E883-A74A9C17684D}"/>
          </ac:picMkLst>
        </pc:picChg>
      </pc:sldChg>
      <pc:sldChg chg="modSp add replId modNotes">
        <pc:chgData name="Varsha Annamalai (She/Her/Hers)" userId="S::v_annamalai@uncg.edu::4b9be706-bf0a-459b-af26-9290bef75fc1" providerId="AD" clId="Web-{B3452200-FED8-9A7D-45EA-EC6A57099116}" dt="2024-11-23T06:15:22.024" v="2250" actId="20577"/>
        <pc:sldMkLst>
          <pc:docMk/>
          <pc:sldMk cId="1111965378" sldId="260"/>
        </pc:sldMkLst>
        <pc:spChg chg="mod">
          <ac:chgData name="Varsha Annamalai (She/Her/Hers)" userId="S::v_annamalai@uncg.edu::4b9be706-bf0a-459b-af26-9290bef75fc1" providerId="AD" clId="Web-{B3452200-FED8-9A7D-45EA-EC6A57099116}" dt="2024-11-23T06:15:22.024" v="2250" actId="20577"/>
          <ac:spMkLst>
            <pc:docMk/>
            <pc:sldMk cId="1111965378" sldId="260"/>
            <ac:spMk id="2" creationId="{70938B7B-455E-047A-3E98-ABCC63DCDCF3}"/>
          </ac:spMkLst>
        </pc:spChg>
        <pc:spChg chg="mod">
          <ac:chgData name="Varsha Annamalai (She/Her/Hers)" userId="S::v_annamalai@uncg.edu::4b9be706-bf0a-459b-af26-9290bef75fc1" providerId="AD" clId="Web-{B3452200-FED8-9A7D-45EA-EC6A57099116}" dt="2024-11-22T07:26:04.142" v="1084" actId="20577"/>
          <ac:spMkLst>
            <pc:docMk/>
            <pc:sldMk cId="1111965378" sldId="260"/>
            <ac:spMk id="4" creationId="{F88640E3-A4AC-65B8-B250-B4B9D1354972}"/>
          </ac:spMkLst>
        </pc:spChg>
      </pc:sldChg>
      <pc:sldChg chg="modSp add ord replId modNotes">
        <pc:chgData name="Varsha Annamalai (She/Her/Hers)" userId="S::v_annamalai@uncg.edu::4b9be706-bf0a-459b-af26-9290bef75fc1" providerId="AD" clId="Web-{B3452200-FED8-9A7D-45EA-EC6A57099116}" dt="2024-11-23T06:12:18.239" v="2216" actId="20577"/>
        <pc:sldMkLst>
          <pc:docMk/>
          <pc:sldMk cId="4240373644" sldId="261"/>
        </pc:sldMkLst>
        <pc:spChg chg="mod">
          <ac:chgData name="Varsha Annamalai (She/Her/Hers)" userId="S::v_annamalai@uncg.edu::4b9be706-bf0a-459b-af26-9290bef75fc1" providerId="AD" clId="Web-{B3452200-FED8-9A7D-45EA-EC6A57099116}" dt="2024-11-23T06:12:18.239" v="2216" actId="20577"/>
          <ac:spMkLst>
            <pc:docMk/>
            <pc:sldMk cId="4240373644" sldId="261"/>
            <ac:spMk id="2" creationId="{70938B7B-455E-047A-3E98-ABCC63DCDCF3}"/>
          </ac:spMkLst>
        </pc:spChg>
        <pc:spChg chg="mod">
          <ac:chgData name="Varsha Annamalai (She/Her/Hers)" userId="S::v_annamalai@uncg.edu::4b9be706-bf0a-459b-af26-9290bef75fc1" providerId="AD" clId="Web-{B3452200-FED8-9A7D-45EA-EC6A57099116}" dt="2024-11-23T04:36:42.990" v="2139" actId="20577"/>
          <ac:spMkLst>
            <pc:docMk/>
            <pc:sldMk cId="4240373644" sldId="261"/>
            <ac:spMk id="4" creationId="{F88640E3-A4AC-65B8-B250-B4B9D1354972}"/>
          </ac:spMkLst>
        </pc:spChg>
        <pc:spChg chg="mod">
          <ac:chgData name="Varsha Annamalai (She/Her/Hers)" userId="S::v_annamalai@uncg.edu::4b9be706-bf0a-459b-af26-9290bef75fc1" providerId="AD" clId="Web-{B3452200-FED8-9A7D-45EA-EC6A57099116}" dt="2024-11-22T10:17:35.129" v="1209" actId="20577"/>
          <ac:spMkLst>
            <pc:docMk/>
            <pc:sldMk cId="4240373644" sldId="261"/>
            <ac:spMk id="8" creationId="{E0BA761B-DE6B-4078-B4C9-0FFE37D23862}"/>
          </ac:spMkLst>
        </pc:spChg>
      </pc:sldChg>
      <pc:sldChg chg="modSp add replId">
        <pc:chgData name="Varsha Annamalai (She/Her/Hers)" userId="S::v_annamalai@uncg.edu::4b9be706-bf0a-459b-af26-9290bef75fc1" providerId="AD" clId="Web-{B3452200-FED8-9A7D-45EA-EC6A57099116}" dt="2024-11-23T06:15:27.243" v="2251" actId="20577"/>
        <pc:sldMkLst>
          <pc:docMk/>
          <pc:sldMk cId="3505138093" sldId="262"/>
        </pc:sldMkLst>
      </pc:sldChg>
      <pc:sldChg chg="addSp delSp modSp add replId modNotes">
        <pc:chgData name="Varsha Annamalai (She/Her/Hers)" userId="S::v_annamalai@uncg.edu::4b9be706-bf0a-459b-af26-9290bef75fc1" providerId="AD" clId="Web-{B3452200-FED8-9A7D-45EA-EC6A57099116}" dt="2024-11-23T06:27:20.858" v="2269" actId="20577"/>
        <pc:sldMkLst>
          <pc:docMk/>
          <pc:sldMk cId="4002018320" sldId="263"/>
        </pc:sldMkLst>
        <pc:spChg chg="mod">
          <ac:chgData name="Varsha Annamalai (She/Her/Hers)" userId="S::v_annamalai@uncg.edu::4b9be706-bf0a-459b-af26-9290bef75fc1" providerId="AD" clId="Web-{B3452200-FED8-9A7D-45EA-EC6A57099116}" dt="2024-11-23T06:15:04.117" v="2249" actId="20577"/>
          <ac:spMkLst>
            <pc:docMk/>
            <pc:sldMk cId="4002018320" sldId="263"/>
            <ac:spMk id="2" creationId="{70938B7B-455E-047A-3E98-ABCC63DCDCF3}"/>
          </ac:spMkLst>
        </pc:spChg>
        <pc:spChg chg="mod">
          <ac:chgData name="Varsha Annamalai (She/Her/Hers)" userId="S::v_annamalai@uncg.edu::4b9be706-bf0a-459b-af26-9290bef75fc1" providerId="AD" clId="Web-{B3452200-FED8-9A7D-45EA-EC6A57099116}" dt="2024-11-23T06:27:20.858" v="2269" actId="20577"/>
          <ac:spMkLst>
            <pc:docMk/>
            <pc:sldMk cId="4002018320" sldId="263"/>
            <ac:spMk id="4" creationId="{F88640E3-A4AC-65B8-B250-B4B9D1354972}"/>
          </ac:spMkLst>
        </pc:spChg>
        <pc:picChg chg="add mod modCrop">
          <ac:chgData name="Varsha Annamalai (She/Her/Hers)" userId="S::v_annamalai@uncg.edu::4b9be706-bf0a-459b-af26-9290bef75fc1" providerId="AD" clId="Web-{B3452200-FED8-9A7D-45EA-EC6A57099116}" dt="2024-11-23T06:24:04.307" v="2259" actId="1076"/>
          <ac:picMkLst>
            <pc:docMk/>
            <pc:sldMk cId="4002018320" sldId="263"/>
            <ac:picMk id="3" creationId="{3F0E9FEE-1E6B-1B73-74A2-04A27B04C81A}"/>
          </ac:picMkLst>
        </pc:picChg>
      </pc:sldChg>
      <pc:sldChg chg="addSp delSp modSp add replId modNotes">
        <pc:chgData name="Varsha Annamalai (She/Her/Hers)" userId="S::v_annamalai@uncg.edu::4b9be706-bf0a-459b-af26-9290bef75fc1" providerId="AD" clId="Web-{B3452200-FED8-9A7D-45EA-EC6A57099116}" dt="2024-11-23T06:06:40.117" v="2204" actId="20577"/>
        <pc:sldMkLst>
          <pc:docMk/>
          <pc:sldMk cId="3773312192" sldId="264"/>
        </pc:sldMkLst>
        <pc:spChg chg="mod">
          <ac:chgData name="Varsha Annamalai (She/Her/Hers)" userId="S::v_annamalai@uncg.edu::4b9be706-bf0a-459b-af26-9290bef75fc1" providerId="AD" clId="Web-{B3452200-FED8-9A7D-45EA-EC6A57099116}" dt="2024-11-23T06:06:40.117" v="2204" actId="20577"/>
          <ac:spMkLst>
            <pc:docMk/>
            <pc:sldMk cId="3773312192" sldId="264"/>
            <ac:spMk id="2" creationId="{70938B7B-455E-047A-3E98-ABCC63DCDCF3}"/>
          </ac:spMkLst>
        </pc:spChg>
        <pc:spChg chg="add mod">
          <ac:chgData name="Varsha Annamalai (She/Her/Hers)" userId="S::v_annamalai@uncg.edu::4b9be706-bf0a-459b-af26-9290bef75fc1" providerId="AD" clId="Web-{B3452200-FED8-9A7D-45EA-EC6A57099116}" dt="2024-11-23T04:38:21.480" v="2150" actId="20577"/>
          <ac:spMkLst>
            <pc:docMk/>
            <pc:sldMk cId="3773312192" sldId="264"/>
            <ac:spMk id="7" creationId="{0B7A04FF-9C59-0143-7E64-A153C131E1DC}"/>
          </ac:spMkLst>
        </pc:spChg>
        <pc:picChg chg="add mod">
          <ac:chgData name="Varsha Annamalai (She/Her/Hers)" userId="S::v_annamalai@uncg.edu::4b9be706-bf0a-459b-af26-9290bef75fc1" providerId="AD" clId="Web-{B3452200-FED8-9A7D-45EA-EC6A57099116}" dt="2024-11-23T04:35:30.720" v="2133" actId="1076"/>
          <ac:picMkLst>
            <pc:docMk/>
            <pc:sldMk cId="3773312192" sldId="264"/>
            <ac:picMk id="3" creationId="{8CF12364-BEA6-C39A-7783-A99F0E2EBC41}"/>
          </ac:picMkLst>
        </pc:picChg>
        <pc:picChg chg="add mod">
          <ac:chgData name="Varsha Annamalai (She/Her/Hers)" userId="S::v_annamalai@uncg.edu::4b9be706-bf0a-459b-af26-9290bef75fc1" providerId="AD" clId="Web-{B3452200-FED8-9A7D-45EA-EC6A57099116}" dt="2024-11-23T04:28:22.617" v="2056" actId="1076"/>
          <ac:picMkLst>
            <pc:docMk/>
            <pc:sldMk cId="3773312192" sldId="264"/>
            <ac:picMk id="5" creationId="{B92DA68C-1629-189E-46AC-FD9DE792B709}"/>
          </ac:picMkLst>
        </pc:picChg>
      </pc:sldChg>
      <pc:sldChg chg="addSp delSp modSp add replId modNotes">
        <pc:chgData name="Varsha Annamalai (She/Her/Hers)" userId="S::v_annamalai@uncg.edu::4b9be706-bf0a-459b-af26-9290bef75fc1" providerId="AD" clId="Web-{B3452200-FED8-9A7D-45EA-EC6A57099116}" dt="2024-11-23T09:11:09.062" v="2439"/>
        <pc:sldMkLst>
          <pc:docMk/>
          <pc:sldMk cId="2735948669" sldId="265"/>
        </pc:sldMkLst>
        <pc:spChg chg="mod">
          <ac:chgData name="Varsha Annamalai (She/Her/Hers)" userId="S::v_annamalai@uncg.edu::4b9be706-bf0a-459b-af26-9290bef75fc1" providerId="AD" clId="Web-{B3452200-FED8-9A7D-45EA-EC6A57099116}" dt="2024-11-23T08:52:13.514" v="2356" actId="20577"/>
          <ac:spMkLst>
            <pc:docMk/>
            <pc:sldMk cId="2735948669" sldId="265"/>
            <ac:spMk id="2" creationId="{70938B7B-455E-047A-3E98-ABCC63DCDCF3}"/>
          </ac:spMkLst>
        </pc:spChg>
        <pc:spChg chg="add mod">
          <ac:chgData name="Varsha Annamalai (She/Her/Hers)" userId="S::v_annamalai@uncg.edu::4b9be706-bf0a-459b-af26-9290bef75fc1" providerId="AD" clId="Web-{B3452200-FED8-9A7D-45EA-EC6A57099116}" dt="2024-11-23T08:55:28.778" v="2375" actId="1076"/>
          <ac:spMkLst>
            <pc:docMk/>
            <pc:sldMk cId="2735948669" sldId="265"/>
            <ac:spMk id="4" creationId="{F334CE80-E0C5-73D6-3245-39E916E27C90}"/>
          </ac:spMkLst>
        </pc:spChg>
        <pc:picChg chg="add mod ord">
          <ac:chgData name="Varsha Annamalai (She/Her/Hers)" userId="S::v_annamalai@uncg.edu::4b9be706-bf0a-459b-af26-9290bef75fc1" providerId="AD" clId="Web-{B3452200-FED8-9A7D-45EA-EC6A57099116}" dt="2024-11-23T08:56:12.218" v="2383" actId="1076"/>
          <ac:picMkLst>
            <pc:docMk/>
            <pc:sldMk cId="2735948669" sldId="265"/>
            <ac:picMk id="3" creationId="{1F011FEE-9C5B-16B8-7E4F-6A2B7DD7D491}"/>
          </ac:picMkLst>
        </pc:picChg>
      </pc:sldChg>
      <pc:sldChg chg="modSp add replId">
        <pc:chgData name="Varsha Annamalai (She/Her/Hers)" userId="S::v_annamalai@uncg.edu::4b9be706-bf0a-459b-af26-9290bef75fc1" providerId="AD" clId="Web-{B3452200-FED8-9A7D-45EA-EC6A57099116}" dt="2024-11-23T06:50:22.506" v="2291" actId="20577"/>
        <pc:sldMkLst>
          <pc:docMk/>
          <pc:sldMk cId="236891647" sldId="266"/>
        </pc:sldMkLst>
        <pc:spChg chg="mod">
          <ac:chgData name="Varsha Annamalai (She/Her/Hers)" userId="S::v_annamalai@uncg.edu::4b9be706-bf0a-459b-af26-9290bef75fc1" providerId="AD" clId="Web-{B3452200-FED8-9A7D-45EA-EC6A57099116}" dt="2024-11-23T06:50:22.506" v="2291" actId="20577"/>
          <ac:spMkLst>
            <pc:docMk/>
            <pc:sldMk cId="236891647" sldId="266"/>
            <ac:spMk id="2" creationId="{70938B7B-455E-047A-3E98-ABCC63DCDCF3}"/>
          </ac:spMkLst>
        </pc:spChg>
      </pc:sldChg>
      <pc:sldChg chg="modSp add replId">
        <pc:chgData name="Varsha Annamalai (She/Her/Hers)" userId="S::v_annamalai@uncg.edu::4b9be706-bf0a-459b-af26-9290bef75fc1" providerId="AD" clId="Web-{B3452200-FED8-9A7D-45EA-EC6A57099116}" dt="2024-11-23T06:50:52.366" v="2307" actId="20577"/>
        <pc:sldMkLst>
          <pc:docMk/>
          <pc:sldMk cId="4275968715" sldId="267"/>
        </pc:sldMkLst>
        <pc:spChg chg="mod">
          <ac:chgData name="Varsha Annamalai (She/Her/Hers)" userId="S::v_annamalai@uncg.edu::4b9be706-bf0a-459b-af26-9290bef75fc1" providerId="AD" clId="Web-{B3452200-FED8-9A7D-45EA-EC6A57099116}" dt="2024-11-23T06:50:52.366" v="2307" actId="20577"/>
          <ac:spMkLst>
            <pc:docMk/>
            <pc:sldMk cId="4275968715" sldId="267"/>
            <ac:spMk id="2" creationId="{70938B7B-455E-047A-3E98-ABCC63DCDCF3}"/>
          </ac:spMkLst>
        </pc:spChg>
      </pc:sldChg>
      <pc:sldChg chg="modSp add replId">
        <pc:chgData name="Varsha Annamalai (She/Her/Hers)" userId="S::v_annamalai@uncg.edu::4b9be706-bf0a-459b-af26-9290bef75fc1" providerId="AD" clId="Web-{B3452200-FED8-9A7D-45EA-EC6A57099116}" dt="2024-11-23T06:51:22.561" v="2318" actId="20577"/>
        <pc:sldMkLst>
          <pc:docMk/>
          <pc:sldMk cId="4158024863" sldId="268"/>
        </pc:sldMkLst>
        <pc:spChg chg="mod">
          <ac:chgData name="Varsha Annamalai (She/Her/Hers)" userId="S::v_annamalai@uncg.edu::4b9be706-bf0a-459b-af26-9290bef75fc1" providerId="AD" clId="Web-{B3452200-FED8-9A7D-45EA-EC6A57099116}" dt="2024-11-23T06:51:22.561" v="2318" actId="20577"/>
          <ac:spMkLst>
            <pc:docMk/>
            <pc:sldMk cId="4158024863" sldId="268"/>
            <ac:spMk id="2" creationId="{70938B7B-455E-047A-3E98-ABCC63DCDCF3}"/>
          </ac:spMkLst>
        </pc:spChg>
      </pc:sldChg>
      <pc:sldChg chg="modSp add replId">
        <pc:chgData name="Varsha Annamalai (She/Her/Hers)" userId="S::v_annamalai@uncg.edu::4b9be706-bf0a-459b-af26-9290bef75fc1" providerId="AD" clId="Web-{B3452200-FED8-9A7D-45EA-EC6A57099116}" dt="2024-11-23T06:51:40.936" v="2326" actId="20577"/>
        <pc:sldMkLst>
          <pc:docMk/>
          <pc:sldMk cId="2729541105" sldId="269"/>
        </pc:sldMkLst>
        <pc:spChg chg="mod">
          <ac:chgData name="Varsha Annamalai (She/Her/Hers)" userId="S::v_annamalai@uncg.edu::4b9be706-bf0a-459b-af26-9290bef75fc1" providerId="AD" clId="Web-{B3452200-FED8-9A7D-45EA-EC6A57099116}" dt="2024-11-23T06:51:40.936" v="2326" actId="20577"/>
          <ac:spMkLst>
            <pc:docMk/>
            <pc:sldMk cId="2729541105" sldId="269"/>
            <ac:spMk id="2" creationId="{70938B7B-455E-047A-3E98-ABCC63DCDCF3}"/>
          </ac:spMkLst>
        </pc:spChg>
      </pc:sldChg>
      <pc:sldChg chg="modSp add replId">
        <pc:chgData name="Varsha Annamalai (She/Her/Hers)" userId="S::v_annamalai@uncg.edu::4b9be706-bf0a-459b-af26-9290bef75fc1" providerId="AD" clId="Web-{B3452200-FED8-9A7D-45EA-EC6A57099116}" dt="2024-11-23T06:52:21.360" v="2337" actId="20577"/>
        <pc:sldMkLst>
          <pc:docMk/>
          <pc:sldMk cId="1077996405" sldId="270"/>
        </pc:sldMkLst>
        <pc:spChg chg="mod">
          <ac:chgData name="Varsha Annamalai (She/Her/Hers)" userId="S::v_annamalai@uncg.edu::4b9be706-bf0a-459b-af26-9290bef75fc1" providerId="AD" clId="Web-{B3452200-FED8-9A7D-45EA-EC6A57099116}" dt="2024-11-23T06:52:21.360" v="2337" actId="20577"/>
          <ac:spMkLst>
            <pc:docMk/>
            <pc:sldMk cId="1077996405" sldId="270"/>
            <ac:spMk id="2" creationId="{70938B7B-455E-047A-3E98-ABCC63DCDCF3}"/>
          </ac:spMkLst>
        </pc:spChg>
      </pc:sldChg>
      <pc:sldChg chg="addSp delSp modSp add replId">
        <pc:chgData name="Varsha Annamalai (She/Her/Hers)" userId="S::v_annamalai@uncg.edu::4b9be706-bf0a-459b-af26-9290bef75fc1" providerId="AD" clId="Web-{B3452200-FED8-9A7D-45EA-EC6A57099116}" dt="2024-11-23T09:59:42.078" v="2503" actId="1076"/>
        <pc:sldMkLst>
          <pc:docMk/>
          <pc:sldMk cId="1886905758" sldId="271"/>
        </pc:sldMkLst>
        <pc:spChg chg="mod">
          <ac:chgData name="Varsha Annamalai (She/Her/Hers)" userId="S::v_annamalai@uncg.edu::4b9be706-bf0a-459b-af26-9290bef75fc1" providerId="AD" clId="Web-{B3452200-FED8-9A7D-45EA-EC6A57099116}" dt="2024-11-23T09:58:05.404" v="2479" actId="20577"/>
          <ac:spMkLst>
            <pc:docMk/>
            <pc:sldMk cId="1886905758" sldId="271"/>
            <ac:spMk id="2" creationId="{70938B7B-455E-047A-3E98-ABCC63DCDCF3}"/>
          </ac:spMkLst>
        </pc:spChg>
        <pc:picChg chg="add mod">
          <ac:chgData name="Varsha Annamalai (She/Her/Hers)" userId="S::v_annamalai@uncg.edu::4b9be706-bf0a-459b-af26-9290bef75fc1" providerId="AD" clId="Web-{B3452200-FED8-9A7D-45EA-EC6A57099116}" dt="2024-11-23T09:59:42.078" v="2503" actId="1076"/>
          <ac:picMkLst>
            <pc:docMk/>
            <pc:sldMk cId="1886905758" sldId="271"/>
            <ac:picMk id="4" creationId="{6E19FA5C-4261-D64C-DD55-E460578C3415}"/>
          </ac:picMkLst>
        </pc:picChg>
      </pc:sldChg>
      <pc:sldChg chg="addSp delSp modSp add mod replId modClrScheme delDesignElem chgLayout">
        <pc:chgData name="Varsha Annamalai (She/Her/Hers)" userId="S::v_annamalai@uncg.edu::4b9be706-bf0a-459b-af26-9290bef75fc1" providerId="AD" clId="Web-{B3452200-FED8-9A7D-45EA-EC6A57099116}" dt="2024-11-23T10:04:45.039" v="2556"/>
        <pc:sldMkLst>
          <pc:docMk/>
          <pc:sldMk cId="1829592180" sldId="272"/>
        </pc:sldMkLst>
      </pc:sldChg>
      <pc:sldChg chg="add replId">
        <pc:chgData name="Varsha Annamalai (She/Her/Hers)" userId="S::v_annamalai@uncg.edu::4b9be706-bf0a-459b-af26-9290bef75fc1" providerId="AD" clId="Web-{B3452200-FED8-9A7D-45EA-EC6A57099116}" dt="2024-11-23T08:51:52.045" v="2352"/>
        <pc:sldMkLst>
          <pc:docMk/>
          <pc:sldMk cId="1927816957" sldId="273"/>
        </pc:sldMkLst>
      </pc:sldChg>
      <pc:sldChg chg="addSp delSp modSp add replId">
        <pc:chgData name="Varsha Annamalai (She/Her/Hers)" userId="S::v_annamalai@uncg.edu::4b9be706-bf0a-459b-af26-9290bef75fc1" providerId="AD" clId="Web-{B3452200-FED8-9A7D-45EA-EC6A57099116}" dt="2024-11-23T09:59:19.421" v="2499" actId="1076"/>
        <pc:sldMkLst>
          <pc:docMk/>
          <pc:sldMk cId="1386368400" sldId="274"/>
        </pc:sldMkLst>
        <pc:spChg chg="mod">
          <ac:chgData name="Varsha Annamalai (She/Her/Hers)" userId="S::v_annamalai@uncg.edu::4b9be706-bf0a-459b-af26-9290bef75fc1" providerId="AD" clId="Web-{B3452200-FED8-9A7D-45EA-EC6A57099116}" dt="2024-11-23T09:58:51.452" v="2493" actId="20577"/>
          <ac:spMkLst>
            <pc:docMk/>
            <pc:sldMk cId="1386368400" sldId="274"/>
            <ac:spMk id="2" creationId="{70938B7B-455E-047A-3E98-ABCC63DCDCF3}"/>
          </ac:spMkLst>
        </pc:spChg>
        <pc:picChg chg="add mod">
          <ac:chgData name="Varsha Annamalai (She/Her/Hers)" userId="S::v_annamalai@uncg.edu::4b9be706-bf0a-459b-af26-9290bef75fc1" providerId="AD" clId="Web-{B3452200-FED8-9A7D-45EA-EC6A57099116}" dt="2024-11-23T09:59:19.421" v="2499" actId="1076"/>
          <ac:picMkLst>
            <pc:docMk/>
            <pc:sldMk cId="1386368400" sldId="274"/>
            <ac:picMk id="3" creationId="{D9939602-2C63-F4D9-94BB-BB3CA742453D}"/>
          </ac:picMkLst>
        </pc:picChg>
      </pc:sldChg>
      <pc:sldChg chg="addSp delSp modSp add replId">
        <pc:chgData name="Varsha Annamalai (She/Her/Hers)" userId="S::v_annamalai@uncg.edu::4b9be706-bf0a-459b-af26-9290bef75fc1" providerId="AD" clId="Web-{B3452200-FED8-9A7D-45EA-EC6A57099116}" dt="2024-11-23T10:02:51.787" v="2539" actId="1076"/>
        <pc:sldMkLst>
          <pc:docMk/>
          <pc:sldMk cId="3336626005" sldId="275"/>
        </pc:sldMkLst>
        <pc:spChg chg="mod">
          <ac:chgData name="Varsha Annamalai (She/Her/Hers)" userId="S::v_annamalai@uncg.edu::4b9be706-bf0a-459b-af26-9290bef75fc1" providerId="AD" clId="Web-{B3452200-FED8-9A7D-45EA-EC6A57099116}" dt="2024-11-23T10:01:19.519" v="2527" actId="20577"/>
          <ac:spMkLst>
            <pc:docMk/>
            <pc:sldMk cId="3336626005" sldId="275"/>
            <ac:spMk id="2" creationId="{70938B7B-455E-047A-3E98-ABCC63DCDCF3}"/>
          </ac:spMkLst>
        </pc:spChg>
        <pc:picChg chg="add mod">
          <ac:chgData name="Varsha Annamalai (She/Her/Hers)" userId="S::v_annamalai@uncg.edu::4b9be706-bf0a-459b-af26-9290bef75fc1" providerId="AD" clId="Web-{B3452200-FED8-9A7D-45EA-EC6A57099116}" dt="2024-11-23T10:02:51.787" v="2539" actId="1076"/>
          <ac:picMkLst>
            <pc:docMk/>
            <pc:sldMk cId="3336626005" sldId="275"/>
            <ac:picMk id="3" creationId="{D0AD876E-497A-0B89-E86D-1344E8E8CF9D}"/>
          </ac:picMkLst>
        </pc:picChg>
      </pc:sldChg>
      <pc:sldChg chg="addSp modSp add replId">
        <pc:chgData name="Varsha Annamalai (She/Her/Hers)" userId="S::v_annamalai@uncg.edu::4b9be706-bf0a-459b-af26-9290bef75fc1" providerId="AD" clId="Web-{B3452200-FED8-9A7D-45EA-EC6A57099116}" dt="2024-11-23T10:03:39.397" v="2547" actId="1076"/>
        <pc:sldMkLst>
          <pc:docMk/>
          <pc:sldMk cId="2562276848" sldId="276"/>
        </pc:sldMkLst>
        <pc:picChg chg="add mod">
          <ac:chgData name="Varsha Annamalai (She/Her/Hers)" userId="S::v_annamalai@uncg.edu::4b9be706-bf0a-459b-af26-9290bef75fc1" providerId="AD" clId="Web-{B3452200-FED8-9A7D-45EA-EC6A57099116}" dt="2024-11-23T10:03:39.397" v="2547" actId="1076"/>
          <ac:picMkLst>
            <pc:docMk/>
            <pc:sldMk cId="2562276848" sldId="276"/>
            <ac:picMk id="3" creationId="{73900107-A943-9222-8740-99B21EBB4B6B}"/>
          </ac:picMkLst>
        </pc:picChg>
      </pc:sldChg>
      <pc:sldChg chg="addSp modSp add replId">
        <pc:chgData name="Varsha Annamalai (She/Her/Hers)" userId="S::v_annamalai@uncg.edu::4b9be706-bf0a-459b-af26-9290bef75fc1" providerId="AD" clId="Web-{B3452200-FED8-9A7D-45EA-EC6A57099116}" dt="2024-11-23T10:03:15.459" v="2544" actId="1076"/>
        <pc:sldMkLst>
          <pc:docMk/>
          <pc:sldMk cId="1987825756" sldId="277"/>
        </pc:sldMkLst>
        <pc:spChg chg="mod">
          <ac:chgData name="Varsha Annamalai (She/Her/Hers)" userId="S::v_annamalai@uncg.edu::4b9be706-bf0a-459b-af26-9290bef75fc1" providerId="AD" clId="Web-{B3452200-FED8-9A7D-45EA-EC6A57099116}" dt="2024-11-23T10:01:48.707" v="2531" actId="20577"/>
          <ac:spMkLst>
            <pc:docMk/>
            <pc:sldMk cId="1987825756" sldId="277"/>
            <ac:spMk id="2" creationId="{70938B7B-455E-047A-3E98-ABCC63DCDCF3}"/>
          </ac:spMkLst>
        </pc:spChg>
        <pc:picChg chg="add mod">
          <ac:chgData name="Varsha Annamalai (She/Her/Hers)" userId="S::v_annamalai@uncg.edu::4b9be706-bf0a-459b-af26-9290bef75fc1" providerId="AD" clId="Web-{B3452200-FED8-9A7D-45EA-EC6A57099116}" dt="2024-11-23T10:03:15.459" v="2544" actId="1076"/>
          <ac:picMkLst>
            <pc:docMk/>
            <pc:sldMk cId="1987825756" sldId="277"/>
            <ac:picMk id="3" creationId="{60FA2B45-ECDC-2231-5CB7-335A6164DD03}"/>
          </ac:picMkLst>
        </pc:picChg>
      </pc:sldChg>
      <pc:sldChg chg="addSp modSp add replId">
        <pc:chgData name="Varsha Annamalai (She/Her/Hers)" userId="S::v_annamalai@uncg.edu::4b9be706-bf0a-459b-af26-9290bef75fc1" providerId="AD" clId="Web-{B3452200-FED8-9A7D-45EA-EC6A57099116}" dt="2024-11-23T10:04:12.398" v="2552" actId="1076"/>
        <pc:sldMkLst>
          <pc:docMk/>
          <pc:sldMk cId="1294496791" sldId="278"/>
        </pc:sldMkLst>
        <pc:spChg chg="mod">
          <ac:chgData name="Varsha Annamalai (She/Her/Hers)" userId="S::v_annamalai@uncg.edu::4b9be706-bf0a-459b-af26-9290bef75fc1" providerId="AD" clId="Web-{B3452200-FED8-9A7D-45EA-EC6A57099116}" dt="2024-11-23T10:01:53.551" v="2532" actId="20577"/>
          <ac:spMkLst>
            <pc:docMk/>
            <pc:sldMk cId="1294496791" sldId="278"/>
            <ac:spMk id="2" creationId="{70938B7B-455E-047A-3E98-ABCC63DCDCF3}"/>
          </ac:spMkLst>
        </pc:spChg>
        <pc:picChg chg="add mod">
          <ac:chgData name="Varsha Annamalai (She/Her/Hers)" userId="S::v_annamalai@uncg.edu::4b9be706-bf0a-459b-af26-9290bef75fc1" providerId="AD" clId="Web-{B3452200-FED8-9A7D-45EA-EC6A57099116}" dt="2024-11-23T10:04:12.398" v="2552" actId="1076"/>
          <ac:picMkLst>
            <pc:docMk/>
            <pc:sldMk cId="1294496791" sldId="278"/>
            <ac:picMk id="3" creationId="{98CD31F8-2968-DE1E-4298-2A3E55706D73}"/>
          </ac:picMkLst>
        </pc:picChg>
      </pc:sldChg>
      <pc:sldChg chg="new">
        <pc:chgData name="Varsha Annamalai (She/Her/Hers)" userId="S::v_annamalai@uncg.edu::4b9be706-bf0a-459b-af26-9290bef75fc1" providerId="AD" clId="Web-{B3452200-FED8-9A7D-45EA-EC6A57099116}" dt="2024-11-23T10:04:57.195" v="2557"/>
        <pc:sldMkLst>
          <pc:docMk/>
          <pc:sldMk cId="3728290108" sldId="279"/>
        </pc:sldMkLst>
      </pc:sldChg>
    </pc:docChg>
  </pc:docChgLst>
  <pc:docChgLst>
    <pc:chgData name="Varsha Annamalai (She/Her/Hers)" userId="S::v_annamalai@uncg.edu::4b9be706-bf0a-459b-af26-9290bef75fc1" providerId="AD" clId="Web-{29E5E42B-ECF0-2A3A-7AB1-FF1BA745D838}"/>
    <pc:docChg chg="addSld delSld modSld sldOrd">
      <pc:chgData name="Varsha Annamalai (She/Her/Hers)" userId="S::v_annamalai@uncg.edu::4b9be706-bf0a-459b-af26-9290bef75fc1" providerId="AD" clId="Web-{29E5E42B-ECF0-2A3A-7AB1-FF1BA745D838}" dt="2024-11-26T04:15:42.966" v="401" actId="1076"/>
      <pc:docMkLst>
        <pc:docMk/>
      </pc:docMkLst>
      <pc:sldChg chg="modSp modNotes">
        <pc:chgData name="Varsha Annamalai (She/Her/Hers)" userId="S::v_annamalai@uncg.edu::4b9be706-bf0a-459b-af26-9290bef75fc1" providerId="AD" clId="Web-{29E5E42B-ECF0-2A3A-7AB1-FF1BA745D838}" dt="2024-11-26T03:44:35.383" v="263"/>
        <pc:sldMkLst>
          <pc:docMk/>
          <pc:sldMk cId="2680047780" sldId="257"/>
        </pc:sldMkLst>
        <pc:spChg chg="mod">
          <ac:chgData name="Varsha Annamalai (She/Her/Hers)" userId="S::v_annamalai@uncg.edu::4b9be706-bf0a-459b-af26-9290bef75fc1" providerId="AD" clId="Web-{29E5E42B-ECF0-2A3A-7AB1-FF1BA745D838}" dt="2024-11-26T03:39:37.464" v="110" actId="20577"/>
          <ac:spMkLst>
            <pc:docMk/>
            <pc:sldMk cId="2680047780" sldId="257"/>
            <ac:spMk id="3" creationId="{3E93D6A6-559F-19FB-A5F5-0CE5305DF0ED}"/>
          </ac:spMkLst>
        </pc:spChg>
      </pc:sldChg>
      <pc:sldChg chg="addSp delSp modSp mod modShow modNotes">
        <pc:chgData name="Varsha Annamalai (She/Her/Hers)" userId="S::v_annamalai@uncg.edu::4b9be706-bf0a-459b-af26-9290bef75fc1" providerId="AD" clId="Web-{29E5E42B-ECF0-2A3A-7AB1-FF1BA745D838}" dt="2024-11-26T04:15:28.434" v="400"/>
        <pc:sldMkLst>
          <pc:docMk/>
          <pc:sldMk cId="1877809401" sldId="258"/>
        </pc:sldMkLst>
        <pc:spChg chg="mod">
          <ac:chgData name="Varsha Annamalai (She/Her/Hers)" userId="S::v_annamalai@uncg.edu::4b9be706-bf0a-459b-af26-9290bef75fc1" providerId="AD" clId="Web-{29E5E42B-ECF0-2A3A-7AB1-FF1BA745D838}" dt="2024-11-26T03:39:24.714" v="106" actId="20577"/>
          <ac:spMkLst>
            <pc:docMk/>
            <pc:sldMk cId="1877809401" sldId="258"/>
            <ac:spMk id="2" creationId="{70938B7B-455E-047A-3E98-ABCC63DCDCF3}"/>
          </ac:spMkLst>
        </pc:spChg>
        <pc:spChg chg="mod">
          <ac:chgData name="Varsha Annamalai (She/Her/Hers)" userId="S::v_annamalai@uncg.edu::4b9be706-bf0a-459b-af26-9290bef75fc1" providerId="AD" clId="Web-{29E5E42B-ECF0-2A3A-7AB1-FF1BA745D838}" dt="2024-11-26T03:48:32.252" v="267" actId="20577"/>
          <ac:spMkLst>
            <pc:docMk/>
            <pc:sldMk cId="1877809401" sldId="258"/>
            <ac:spMk id="5" creationId="{2CAEA829-967E-91DB-0FED-5AD4931CD1A4}"/>
          </ac:spMkLst>
        </pc:spChg>
        <pc:picChg chg="add del mod">
          <ac:chgData name="Varsha Annamalai (She/Her/Hers)" userId="S::v_annamalai@uncg.edu::4b9be706-bf0a-459b-af26-9290bef75fc1" providerId="AD" clId="Web-{29E5E42B-ECF0-2A3A-7AB1-FF1BA745D838}" dt="2024-11-26T03:55:22.946" v="286"/>
          <ac:picMkLst>
            <pc:docMk/>
            <pc:sldMk cId="1877809401" sldId="258"/>
            <ac:picMk id="4" creationId="{5A9F9948-1546-3A0F-0413-E27CFCBB4942}"/>
          </ac:picMkLst>
        </pc:picChg>
      </pc:sldChg>
      <pc:sldChg chg="modSp">
        <pc:chgData name="Varsha Annamalai (She/Her/Hers)" userId="S::v_annamalai@uncg.edu::4b9be706-bf0a-459b-af26-9290bef75fc1" providerId="AD" clId="Web-{29E5E42B-ECF0-2A3A-7AB1-FF1BA745D838}" dt="2024-11-26T04:15:42.966" v="401" actId="1076"/>
        <pc:sldMkLst>
          <pc:docMk/>
          <pc:sldMk cId="1111965378" sldId="260"/>
        </pc:sldMkLst>
        <pc:spChg chg="mod">
          <ac:chgData name="Varsha Annamalai (She/Her/Hers)" userId="S::v_annamalai@uncg.edu::4b9be706-bf0a-459b-af26-9290bef75fc1" providerId="AD" clId="Web-{29E5E42B-ECF0-2A3A-7AB1-FF1BA745D838}" dt="2024-11-26T04:15:42.966" v="401" actId="1076"/>
          <ac:spMkLst>
            <pc:docMk/>
            <pc:sldMk cId="1111965378" sldId="260"/>
            <ac:spMk id="2" creationId="{70938B7B-455E-047A-3E98-ABCC63DCDCF3}"/>
          </ac:spMkLst>
        </pc:spChg>
      </pc:sldChg>
      <pc:sldChg chg="mod modShow">
        <pc:chgData name="Varsha Annamalai (She/Her/Hers)" userId="S::v_annamalai@uncg.edu::4b9be706-bf0a-459b-af26-9290bef75fc1" providerId="AD" clId="Web-{29E5E42B-ECF0-2A3A-7AB1-FF1BA745D838}" dt="2024-11-26T04:15:26.246" v="399"/>
        <pc:sldMkLst>
          <pc:docMk/>
          <pc:sldMk cId="3505138093" sldId="262"/>
        </pc:sldMkLst>
      </pc:sldChg>
      <pc:sldChg chg="modSp">
        <pc:chgData name="Varsha Annamalai (She/Her/Hers)" userId="S::v_annamalai@uncg.edu::4b9be706-bf0a-459b-af26-9290bef75fc1" providerId="AD" clId="Web-{29E5E42B-ECF0-2A3A-7AB1-FF1BA745D838}" dt="2024-11-26T03:36:58.255" v="103" actId="20577"/>
        <pc:sldMkLst>
          <pc:docMk/>
          <pc:sldMk cId="1829592180" sldId="272"/>
        </pc:sldMkLst>
        <pc:spChg chg="mod">
          <ac:chgData name="Varsha Annamalai (She/Her/Hers)" userId="S::v_annamalai@uncg.edu::4b9be706-bf0a-459b-af26-9290bef75fc1" providerId="AD" clId="Web-{29E5E42B-ECF0-2A3A-7AB1-FF1BA745D838}" dt="2024-11-26T03:36:58.255" v="103" actId="20577"/>
          <ac:spMkLst>
            <pc:docMk/>
            <pc:sldMk cId="1829592180" sldId="272"/>
            <ac:spMk id="7" creationId="{0B7A04FF-9C59-0143-7E64-A153C131E1DC}"/>
          </ac:spMkLst>
        </pc:spChg>
      </pc:sldChg>
      <pc:sldChg chg="addSp delSp modSp new del mod ord setBg">
        <pc:chgData name="Varsha Annamalai (She/Her/Hers)" userId="S::v_annamalai@uncg.edu::4b9be706-bf0a-459b-af26-9290bef75fc1" providerId="AD" clId="Web-{29E5E42B-ECF0-2A3A-7AB1-FF1BA745D838}" dt="2024-11-26T03:55:27.774" v="287"/>
        <pc:sldMkLst>
          <pc:docMk/>
          <pc:sldMk cId="1423379600" sldId="281"/>
        </pc:sldMkLst>
        <pc:spChg chg="del">
          <ac:chgData name="Varsha Annamalai (She/Her/Hers)" userId="S::v_annamalai@uncg.edu::4b9be706-bf0a-459b-af26-9290bef75fc1" providerId="AD" clId="Web-{29E5E42B-ECF0-2A3A-7AB1-FF1BA745D838}" dt="2024-11-26T03:53:19.441" v="270"/>
          <ac:spMkLst>
            <pc:docMk/>
            <pc:sldMk cId="1423379600" sldId="281"/>
            <ac:spMk id="2" creationId="{7DCE01D7-36A4-8503-69D8-E1A3F74AF7F9}"/>
          </ac:spMkLst>
        </pc:spChg>
        <pc:spChg chg="del">
          <ac:chgData name="Varsha Annamalai (She/Her/Hers)" userId="S::v_annamalai@uncg.edu::4b9be706-bf0a-459b-af26-9290bef75fc1" providerId="AD" clId="Web-{29E5E42B-ECF0-2A3A-7AB1-FF1BA745D838}" dt="2024-11-26T03:53:23.926" v="271"/>
          <ac:spMkLst>
            <pc:docMk/>
            <pc:sldMk cId="1423379600" sldId="281"/>
            <ac:spMk id="3" creationId="{CC9C0779-E721-02F7-73FC-1A2555F5124D}"/>
          </ac:spMkLst>
        </pc:spChg>
        <pc:spChg chg="add del">
          <ac:chgData name="Varsha Annamalai (She/Her/Hers)" userId="S::v_annamalai@uncg.edu::4b9be706-bf0a-459b-af26-9290bef75fc1" providerId="AD" clId="Web-{29E5E42B-ECF0-2A3A-7AB1-FF1BA745D838}" dt="2024-11-26T03:53:41.504" v="274"/>
          <ac:spMkLst>
            <pc:docMk/>
            <pc:sldMk cId="1423379600" sldId="281"/>
            <ac:spMk id="9" creationId="{6A678790-DBBC-4137-9CD5-A413A9B0DF52}"/>
          </ac:spMkLst>
        </pc:spChg>
        <pc:spChg chg="add">
          <ac:chgData name="Varsha Annamalai (She/Her/Hers)" userId="S::v_annamalai@uncg.edu::4b9be706-bf0a-459b-af26-9290bef75fc1" providerId="AD" clId="Web-{29E5E42B-ECF0-2A3A-7AB1-FF1BA745D838}" dt="2024-11-26T03:53:41.504" v="275"/>
          <ac:spMkLst>
            <pc:docMk/>
            <pc:sldMk cId="1423379600" sldId="281"/>
            <ac:spMk id="13" creationId="{38A565D8-E642-4598-BD4F-7ED84917BCDE}"/>
          </ac:spMkLst>
        </pc:spChg>
        <pc:picChg chg="add del mod">
          <ac:chgData name="Varsha Annamalai (She/Her/Hers)" userId="S::v_annamalai@uncg.edu::4b9be706-bf0a-459b-af26-9290bef75fc1" providerId="AD" clId="Web-{29E5E42B-ECF0-2A3A-7AB1-FF1BA745D838}" dt="2024-11-26T03:54:13.162" v="278"/>
          <ac:picMkLst>
            <pc:docMk/>
            <pc:sldMk cId="1423379600" sldId="281"/>
            <ac:picMk id="4" creationId="{B1799D6F-5912-6AE8-2D9F-52AE873435FF}"/>
          </ac:picMkLst>
        </pc:picChg>
        <pc:picChg chg="add mod">
          <ac:chgData name="Varsha Annamalai (She/Her/Hers)" userId="S::v_annamalai@uncg.edu::4b9be706-bf0a-459b-af26-9290bef75fc1" providerId="AD" clId="Web-{29E5E42B-ECF0-2A3A-7AB1-FF1BA745D838}" dt="2024-11-26T03:54:54.148" v="283" actId="14100"/>
          <ac:picMkLst>
            <pc:docMk/>
            <pc:sldMk cId="1423379600" sldId="281"/>
            <ac:picMk id="5" creationId="{AFE80B45-D056-7F3C-951A-3FF22E227CC5}"/>
          </ac:picMkLst>
        </pc:picChg>
        <pc:cxnChg chg="add del">
          <ac:chgData name="Varsha Annamalai (She/Her/Hers)" userId="S::v_annamalai@uncg.edu::4b9be706-bf0a-459b-af26-9290bef75fc1" providerId="AD" clId="Web-{29E5E42B-ECF0-2A3A-7AB1-FF1BA745D838}" dt="2024-11-26T03:53:41.504" v="274"/>
          <ac:cxnSpMkLst>
            <pc:docMk/>
            <pc:sldMk cId="1423379600" sldId="281"/>
            <ac:cxnSpMk id="11" creationId="{D1D34DAB-2AE5-4DF0-BAE6-478BECD8DFBD}"/>
          </ac:cxnSpMkLst>
        </pc:cxnChg>
      </pc:sldChg>
      <pc:sldChg chg="delSp modSp new ord">
        <pc:chgData name="Varsha Annamalai (She/Her/Hers)" userId="S::v_annamalai@uncg.edu::4b9be706-bf0a-459b-af26-9290bef75fc1" providerId="AD" clId="Web-{29E5E42B-ECF0-2A3A-7AB1-FF1BA745D838}" dt="2024-11-26T04:15:16.183" v="398"/>
        <pc:sldMkLst>
          <pc:docMk/>
          <pc:sldMk cId="3151556408" sldId="281"/>
        </pc:sldMkLst>
        <pc:spChg chg="del">
          <ac:chgData name="Varsha Annamalai (She/Her/Hers)" userId="S::v_annamalai@uncg.edu::4b9be706-bf0a-459b-af26-9290bef75fc1" providerId="AD" clId="Web-{29E5E42B-ECF0-2A3A-7AB1-FF1BA745D838}" dt="2024-11-26T04:02:36.886" v="289"/>
          <ac:spMkLst>
            <pc:docMk/>
            <pc:sldMk cId="3151556408" sldId="281"/>
            <ac:spMk id="2" creationId="{B944B916-4DDC-3BAB-FCA0-D442F0BAA9C3}"/>
          </ac:spMkLst>
        </pc:spChg>
        <pc:spChg chg="mod">
          <ac:chgData name="Varsha Annamalai (She/Her/Hers)" userId="S::v_annamalai@uncg.edu::4b9be706-bf0a-459b-af26-9290bef75fc1" providerId="AD" clId="Web-{29E5E42B-ECF0-2A3A-7AB1-FF1BA745D838}" dt="2024-11-26T04:13:00.600" v="392" actId="20577"/>
          <ac:spMkLst>
            <pc:docMk/>
            <pc:sldMk cId="3151556408" sldId="281"/>
            <ac:spMk id="3" creationId="{B6978030-60EC-D4EC-539C-20EC1FEBFBA2}"/>
          </ac:spMkLst>
        </pc:spChg>
      </pc:sldChg>
    </pc:docChg>
  </pc:docChgLst>
  <pc:docChgLst>
    <pc:chgData name="Varsha Annamalai (She/Her/Hers)" userId="S::v_annamalai@uncg.edu::4b9be706-bf0a-459b-af26-9290bef75fc1" providerId="AD" clId="Web-{9EAAE392-686B-DDFA-5E9A-7195DD103230}"/>
    <pc:docChg chg="modSld">
      <pc:chgData name="Varsha Annamalai (She/Her/Hers)" userId="S::v_annamalai@uncg.edu::4b9be706-bf0a-459b-af26-9290bef75fc1" providerId="AD" clId="Web-{9EAAE392-686B-DDFA-5E9A-7195DD103230}" dt="2024-11-26T15:03:10.989" v="4" actId="1076"/>
      <pc:docMkLst>
        <pc:docMk/>
      </pc:docMkLst>
      <pc:sldChg chg="addSp delSp modSp">
        <pc:chgData name="Varsha Annamalai (She/Her/Hers)" userId="S::v_annamalai@uncg.edu::4b9be706-bf0a-459b-af26-9290bef75fc1" providerId="AD" clId="Web-{9EAAE392-686B-DDFA-5E9A-7195DD103230}" dt="2024-11-26T15:03:10.989" v="4" actId="1076"/>
        <pc:sldMkLst>
          <pc:docMk/>
          <pc:sldMk cId="2729541105" sldId="269"/>
        </pc:sldMkLst>
        <pc:spChg chg="add del mod">
          <ac:chgData name="Varsha Annamalai (She/Her/Hers)" userId="S::v_annamalai@uncg.edu::4b9be706-bf0a-459b-af26-9290bef75fc1" providerId="AD" clId="Web-{9EAAE392-686B-DDFA-5E9A-7195DD103230}" dt="2024-11-26T15:02:59.849" v="1"/>
          <ac:spMkLst>
            <pc:docMk/>
            <pc:sldMk cId="2729541105" sldId="269"/>
            <ac:spMk id="5" creationId="{5F87E561-DA30-CE68-210E-B1D009D32D70}"/>
          </ac:spMkLst>
        </pc:spChg>
        <pc:picChg chg="del">
          <ac:chgData name="Varsha Annamalai (She/Her/Hers)" userId="S::v_annamalai@uncg.edu::4b9be706-bf0a-459b-af26-9290bef75fc1" providerId="AD" clId="Web-{9EAAE392-686B-DDFA-5E9A-7195DD103230}" dt="2024-11-26T15:02:50.989" v="0"/>
          <ac:picMkLst>
            <pc:docMk/>
            <pc:sldMk cId="2729541105" sldId="269"/>
            <ac:picMk id="3" creationId="{72911307-3AE4-6F5C-766C-A4EAD30FEC2A}"/>
          </ac:picMkLst>
        </pc:picChg>
        <pc:picChg chg="add mod ord">
          <ac:chgData name="Varsha Annamalai (She/Her/Hers)" userId="S::v_annamalai@uncg.edu::4b9be706-bf0a-459b-af26-9290bef75fc1" providerId="AD" clId="Web-{9EAAE392-686B-DDFA-5E9A-7195DD103230}" dt="2024-11-26T15:03:10.989" v="4" actId="1076"/>
          <ac:picMkLst>
            <pc:docMk/>
            <pc:sldMk cId="2729541105" sldId="269"/>
            <ac:picMk id="6" creationId="{795D1807-4CCD-BDEE-98F5-E35A856AB327}"/>
          </ac:picMkLst>
        </pc:picChg>
      </pc:sldChg>
    </pc:docChg>
  </pc:docChgLst>
  <pc:docChgLst>
    <pc:chgData name="Varsha Annamalai (She/Her/Hers)" userId="S::v_annamalai@uncg.edu::4b9be706-bf0a-459b-af26-9290bef75fc1" providerId="AD" clId="Web-{DA8FC6A7-88DF-3B22-A430-4D9975F1EDA4}"/>
    <pc:docChg chg="addSld delSld modSld">
      <pc:chgData name="Varsha Annamalai (She/Her/Hers)" userId="S::v_annamalai@uncg.edu::4b9be706-bf0a-459b-af26-9290bef75fc1" providerId="AD" clId="Web-{DA8FC6A7-88DF-3B22-A430-4D9975F1EDA4}" dt="2024-11-26T08:35:58.572" v="792"/>
      <pc:docMkLst>
        <pc:docMk/>
      </pc:docMkLst>
      <pc:sldChg chg="modSp">
        <pc:chgData name="Varsha Annamalai (She/Her/Hers)" userId="S::v_annamalai@uncg.edu::4b9be706-bf0a-459b-af26-9290bef75fc1" providerId="AD" clId="Web-{DA8FC6A7-88DF-3B22-A430-4D9975F1EDA4}" dt="2024-11-26T08:13:40.143" v="784" actId="20577"/>
        <pc:sldMkLst>
          <pc:docMk/>
          <pc:sldMk cId="109857222" sldId="256"/>
        </pc:sldMkLst>
        <pc:spChg chg="mod">
          <ac:chgData name="Varsha Annamalai (She/Her/Hers)" userId="S::v_annamalai@uncg.edu::4b9be706-bf0a-459b-af26-9290bef75fc1" providerId="AD" clId="Web-{DA8FC6A7-88DF-3B22-A430-4D9975F1EDA4}" dt="2024-11-26T08:10:12.330" v="705" actId="1076"/>
          <ac:spMkLst>
            <pc:docMk/>
            <pc:sldMk cId="109857222" sldId="256"/>
            <ac:spMk id="2" creationId="{00000000-0000-0000-0000-000000000000}"/>
          </ac:spMkLst>
        </pc:spChg>
        <pc:spChg chg="mod">
          <ac:chgData name="Varsha Annamalai (She/Her/Hers)" userId="S::v_annamalai@uncg.edu::4b9be706-bf0a-459b-af26-9290bef75fc1" providerId="AD" clId="Web-{DA8FC6A7-88DF-3B22-A430-4D9975F1EDA4}" dt="2024-11-26T08:13:40.143" v="784" actId="20577"/>
          <ac:spMkLst>
            <pc:docMk/>
            <pc:sldMk cId="109857222" sldId="256"/>
            <ac:spMk id="3" creationId="{00000000-0000-0000-0000-000000000000}"/>
          </ac:spMkLst>
        </pc:spChg>
        <pc:picChg chg="mod">
          <ac:chgData name="Varsha Annamalai (She/Her/Hers)" userId="S::v_annamalai@uncg.edu::4b9be706-bf0a-459b-af26-9290bef75fc1" providerId="AD" clId="Web-{DA8FC6A7-88DF-3B22-A430-4D9975F1EDA4}" dt="2024-11-26T08:10:02.236" v="704" actId="1076"/>
          <ac:picMkLst>
            <pc:docMk/>
            <pc:sldMk cId="109857222" sldId="256"/>
            <ac:picMk id="106" creationId="{9B77BEF9-4357-8C53-7231-60AC7BC15B6C}"/>
          </ac:picMkLst>
        </pc:picChg>
      </pc:sldChg>
      <pc:sldChg chg="modSp modNotes">
        <pc:chgData name="Varsha Annamalai (She/Her/Hers)" userId="S::v_annamalai@uncg.edu::4b9be706-bf0a-459b-af26-9290bef75fc1" providerId="AD" clId="Web-{DA8FC6A7-88DF-3B22-A430-4D9975F1EDA4}" dt="2024-11-26T06:51:29.276" v="505"/>
        <pc:sldMkLst>
          <pc:docMk/>
          <pc:sldMk cId="2680047780" sldId="257"/>
        </pc:sldMkLst>
        <pc:spChg chg="mod">
          <ac:chgData name="Varsha Annamalai (She/Her/Hers)" userId="S::v_annamalai@uncg.edu::4b9be706-bf0a-459b-af26-9290bef75fc1" providerId="AD" clId="Web-{DA8FC6A7-88DF-3B22-A430-4D9975F1EDA4}" dt="2024-11-26T05:50:50.050" v="364" actId="20577"/>
          <ac:spMkLst>
            <pc:docMk/>
            <pc:sldMk cId="2680047780" sldId="257"/>
            <ac:spMk id="3" creationId="{3E93D6A6-559F-19FB-A5F5-0CE5305DF0ED}"/>
          </ac:spMkLst>
        </pc:spChg>
      </pc:sldChg>
      <pc:sldChg chg="del">
        <pc:chgData name="Varsha Annamalai (She/Her/Hers)" userId="S::v_annamalai@uncg.edu::4b9be706-bf0a-459b-af26-9290bef75fc1" providerId="AD" clId="Web-{DA8FC6A7-88DF-3B22-A430-4D9975F1EDA4}" dt="2024-11-26T06:51:36.276" v="506"/>
        <pc:sldMkLst>
          <pc:docMk/>
          <pc:sldMk cId="1877809401" sldId="258"/>
        </pc:sldMkLst>
      </pc:sldChg>
      <pc:sldChg chg="modSp modNotes">
        <pc:chgData name="Varsha Annamalai (She/Her/Hers)" userId="S::v_annamalai@uncg.edu::4b9be706-bf0a-459b-af26-9290bef75fc1" providerId="AD" clId="Web-{DA8FC6A7-88DF-3B22-A430-4D9975F1EDA4}" dt="2024-11-26T07:17:52.834" v="533"/>
        <pc:sldMkLst>
          <pc:docMk/>
          <pc:sldMk cId="1111965378" sldId="260"/>
        </pc:sldMkLst>
        <pc:spChg chg="mod">
          <ac:chgData name="Varsha Annamalai (She/Her/Hers)" userId="S::v_annamalai@uncg.edu::4b9be706-bf0a-459b-af26-9290bef75fc1" providerId="AD" clId="Web-{DA8FC6A7-88DF-3B22-A430-4D9975F1EDA4}" dt="2024-11-26T04:17:42.127" v="6" actId="20577"/>
          <ac:spMkLst>
            <pc:docMk/>
            <pc:sldMk cId="1111965378" sldId="260"/>
            <ac:spMk id="2" creationId="{70938B7B-455E-047A-3E98-ABCC63DCDCF3}"/>
          </ac:spMkLst>
        </pc:spChg>
      </pc:sldChg>
      <pc:sldChg chg="modNotes">
        <pc:chgData name="Varsha Annamalai (She/Her/Hers)" userId="S::v_annamalai@uncg.edu::4b9be706-bf0a-459b-af26-9290bef75fc1" providerId="AD" clId="Web-{DA8FC6A7-88DF-3B22-A430-4D9975F1EDA4}" dt="2024-11-26T08:35:58.572" v="792"/>
        <pc:sldMkLst>
          <pc:docMk/>
          <pc:sldMk cId="4240373644" sldId="261"/>
        </pc:sldMkLst>
      </pc:sldChg>
      <pc:sldChg chg="add del">
        <pc:chgData name="Varsha Annamalai (She/Her/Hers)" userId="S::v_annamalai@uncg.edu::4b9be706-bf0a-459b-af26-9290bef75fc1" providerId="AD" clId="Web-{DA8FC6A7-88DF-3B22-A430-4D9975F1EDA4}" dt="2024-11-26T07:06:20.376" v="522"/>
        <pc:sldMkLst>
          <pc:docMk/>
          <pc:sldMk cId="3505138093" sldId="262"/>
        </pc:sldMkLst>
      </pc:sldChg>
      <pc:sldChg chg="modNotes">
        <pc:chgData name="Varsha Annamalai (She/Her/Hers)" userId="S::v_annamalai@uncg.edu::4b9be706-bf0a-459b-af26-9290bef75fc1" providerId="AD" clId="Web-{DA8FC6A7-88DF-3B22-A430-4D9975F1EDA4}" dt="2024-11-26T08:33:32.571" v="788"/>
        <pc:sldMkLst>
          <pc:docMk/>
          <pc:sldMk cId="4002018320" sldId="263"/>
        </pc:sldMkLst>
      </pc:sldChg>
      <pc:sldChg chg="modSp del">
        <pc:chgData name="Varsha Annamalai (She/Her/Hers)" userId="S::v_annamalai@uncg.edu::4b9be706-bf0a-459b-af26-9290bef75fc1" providerId="AD" clId="Web-{DA8FC6A7-88DF-3B22-A430-4D9975F1EDA4}" dt="2024-11-26T05:42:01.957" v="339"/>
        <pc:sldMkLst>
          <pc:docMk/>
          <pc:sldMk cId="1829592180" sldId="272"/>
        </pc:sldMkLst>
        <pc:spChg chg="mod">
          <ac:chgData name="Varsha Annamalai (She/Her/Hers)" userId="S::v_annamalai@uncg.edu::4b9be706-bf0a-459b-af26-9290bef75fc1" providerId="AD" clId="Web-{DA8FC6A7-88DF-3B22-A430-4D9975F1EDA4}" dt="2024-11-26T04:33:34.405" v="109" actId="20577"/>
          <ac:spMkLst>
            <pc:docMk/>
            <pc:sldMk cId="1829592180" sldId="272"/>
            <ac:spMk id="7" creationId="{0B7A04FF-9C59-0143-7E64-A153C131E1DC}"/>
          </ac:spMkLst>
        </pc:spChg>
      </pc:sldChg>
      <pc:sldChg chg="modSp modNotes">
        <pc:chgData name="Varsha Annamalai (She/Her/Hers)" userId="S::v_annamalai@uncg.edu::4b9be706-bf0a-459b-af26-9290bef75fc1" providerId="AD" clId="Web-{DA8FC6A7-88DF-3B22-A430-4D9975F1EDA4}" dt="2024-11-26T07:06:48.986" v="525"/>
        <pc:sldMkLst>
          <pc:docMk/>
          <pc:sldMk cId="3151556408" sldId="281"/>
        </pc:sldMkLst>
        <pc:spChg chg="mod">
          <ac:chgData name="Varsha Annamalai (She/Her/Hers)" userId="S::v_annamalai@uncg.edu::4b9be706-bf0a-459b-af26-9290bef75fc1" providerId="AD" clId="Web-{DA8FC6A7-88DF-3B22-A430-4D9975F1EDA4}" dt="2024-11-26T05:35:56.319" v="292" actId="20577"/>
          <ac:spMkLst>
            <pc:docMk/>
            <pc:sldMk cId="3151556408" sldId="281"/>
            <ac:spMk id="3" creationId="{B6978030-60EC-D4EC-539C-20EC1FEBFBA2}"/>
          </ac:spMkLst>
        </pc:spChg>
      </pc:sldChg>
      <pc:sldChg chg="new del">
        <pc:chgData name="Varsha Annamalai (She/Her/Hers)" userId="S::v_annamalai@uncg.edu::4b9be706-bf0a-459b-af26-9290bef75fc1" providerId="AD" clId="Web-{DA8FC6A7-88DF-3B22-A430-4D9975F1EDA4}" dt="2024-11-26T05:42:13.489" v="340"/>
        <pc:sldMkLst>
          <pc:docMk/>
          <pc:sldMk cId="2780850459" sldId="282"/>
        </pc:sldMkLst>
      </pc:sldChg>
      <pc:sldChg chg="modSp add replId modNotes">
        <pc:chgData name="Varsha Annamalai (She/Her/Hers)" userId="S::v_annamalai@uncg.edu::4b9be706-bf0a-459b-af26-9290bef75fc1" providerId="AD" clId="Web-{DA8FC6A7-88DF-3B22-A430-4D9975F1EDA4}" dt="2024-11-26T07:56:48.511" v="661"/>
        <pc:sldMkLst>
          <pc:docMk/>
          <pc:sldMk cId="490128223" sldId="283"/>
        </pc:sldMkLst>
        <pc:spChg chg="mod">
          <ac:chgData name="Varsha Annamalai (She/Her/Hers)" userId="S::v_annamalai@uncg.edu::4b9be706-bf0a-459b-af26-9290bef75fc1" providerId="AD" clId="Web-{DA8FC6A7-88DF-3B22-A430-4D9975F1EDA4}" dt="2024-11-26T04:43:47.948" v="233" actId="20577"/>
          <ac:spMkLst>
            <pc:docMk/>
            <pc:sldMk cId="490128223" sldId="283"/>
            <ac:spMk id="2" creationId="{70938B7B-455E-047A-3E98-ABCC63DCDCF3}"/>
          </ac:spMkLst>
        </pc:spChg>
        <pc:spChg chg="mod">
          <ac:chgData name="Varsha Annamalai (She/Her/Hers)" userId="S::v_annamalai@uncg.edu::4b9be706-bf0a-459b-af26-9290bef75fc1" providerId="AD" clId="Web-{DA8FC6A7-88DF-3B22-A430-4D9975F1EDA4}" dt="2024-11-26T04:46:03.269" v="287" actId="20577"/>
          <ac:spMkLst>
            <pc:docMk/>
            <pc:sldMk cId="490128223" sldId="283"/>
            <ac:spMk id="7" creationId="{0B7A04FF-9C59-0143-7E64-A153C131E1DC}"/>
          </ac:spMkLst>
        </pc:spChg>
      </pc:sldChg>
      <pc:sldChg chg="addSp delSp modSp add replId">
        <pc:chgData name="Varsha Annamalai (She/Her/Hers)" userId="S::v_annamalai@uncg.edu::4b9be706-bf0a-459b-af26-9290bef75fc1" providerId="AD" clId="Web-{DA8FC6A7-88DF-3B22-A430-4D9975F1EDA4}" dt="2024-11-26T07:51:14.978" v="579" actId="1076"/>
        <pc:sldMkLst>
          <pc:docMk/>
          <pc:sldMk cId="546649632" sldId="284"/>
        </pc:sldMkLst>
        <pc:spChg chg="mod">
          <ac:chgData name="Varsha Annamalai (She/Her/Hers)" userId="S::v_annamalai@uncg.edu::4b9be706-bf0a-459b-af26-9290bef75fc1" providerId="AD" clId="Web-{DA8FC6A7-88DF-3B22-A430-4D9975F1EDA4}" dt="2024-11-26T07:50:09.290" v="563" actId="1076"/>
          <ac:spMkLst>
            <pc:docMk/>
            <pc:sldMk cId="546649632" sldId="284"/>
            <ac:spMk id="2" creationId="{70938B7B-455E-047A-3E98-ABCC63DCDCF3}"/>
          </ac:spMkLst>
        </pc:spChg>
        <pc:spChg chg="add del mod">
          <ac:chgData name="Varsha Annamalai (She/Her/Hers)" userId="S::v_annamalai@uncg.edu::4b9be706-bf0a-459b-af26-9290bef75fc1" providerId="AD" clId="Web-{DA8FC6A7-88DF-3B22-A430-4D9975F1EDA4}" dt="2024-11-26T07:49:56.977" v="562"/>
          <ac:spMkLst>
            <pc:docMk/>
            <pc:sldMk cId="546649632" sldId="284"/>
            <ac:spMk id="5" creationId="{F76CB1C8-2E33-A096-711A-23B6DD205765}"/>
          </ac:spMkLst>
        </pc:spChg>
        <pc:picChg chg="del">
          <ac:chgData name="Varsha Annamalai (She/Her/Hers)" userId="S::v_annamalai@uncg.edu::4b9be706-bf0a-459b-af26-9290bef75fc1" providerId="AD" clId="Web-{DA8FC6A7-88DF-3B22-A430-4D9975F1EDA4}" dt="2024-11-26T07:46:53.489" v="538"/>
          <ac:picMkLst>
            <pc:docMk/>
            <pc:sldMk cId="546649632" sldId="284"/>
            <ac:picMk id="3" creationId="{72911307-3AE4-6F5C-766C-A4EAD30FEC2A}"/>
          </ac:picMkLst>
        </pc:picChg>
        <pc:picChg chg="add mod">
          <ac:chgData name="Varsha Annamalai (She/Her/Hers)" userId="S::v_annamalai@uncg.edu::4b9be706-bf0a-459b-af26-9290bef75fc1" providerId="AD" clId="Web-{DA8FC6A7-88DF-3B22-A430-4D9975F1EDA4}" dt="2024-11-26T07:51:08.338" v="577" actId="1076"/>
          <ac:picMkLst>
            <pc:docMk/>
            <pc:sldMk cId="546649632" sldId="284"/>
            <ac:picMk id="6" creationId="{BCF9016F-A842-06EA-A17E-0EFBD44AF924}"/>
          </ac:picMkLst>
        </pc:picChg>
        <pc:picChg chg="add mod">
          <ac:chgData name="Varsha Annamalai (She/Her/Hers)" userId="S::v_annamalai@uncg.edu::4b9be706-bf0a-459b-af26-9290bef75fc1" providerId="AD" clId="Web-{DA8FC6A7-88DF-3B22-A430-4D9975F1EDA4}" dt="2024-11-26T07:51:14.978" v="579" actId="1076"/>
          <ac:picMkLst>
            <pc:docMk/>
            <pc:sldMk cId="546649632" sldId="284"/>
            <ac:picMk id="7" creationId="{7086C4F5-D4AE-724A-2EE3-7FED00F117BE}"/>
          </ac:picMkLst>
        </pc:picChg>
        <pc:picChg chg="add mod">
          <ac:chgData name="Varsha Annamalai (She/Her/Hers)" userId="S::v_annamalai@uncg.edu::4b9be706-bf0a-459b-af26-9290bef75fc1" providerId="AD" clId="Web-{DA8FC6A7-88DF-3B22-A430-4D9975F1EDA4}" dt="2024-11-26T07:51:11.494" v="578" actId="1076"/>
          <ac:picMkLst>
            <pc:docMk/>
            <pc:sldMk cId="546649632" sldId="284"/>
            <ac:picMk id="9" creationId="{7309BFFC-CE4A-D5CA-DB35-D4A3895C1E82}"/>
          </ac:picMkLst>
        </pc:picChg>
      </pc:sldChg>
      <pc:sldChg chg="modSp add del mod replId modShow">
        <pc:chgData name="Varsha Annamalai (She/Her/Hers)" userId="S::v_annamalai@uncg.edu::4b9be706-bf0a-459b-af26-9290bef75fc1" providerId="AD" clId="Web-{DA8FC6A7-88DF-3B22-A430-4D9975F1EDA4}" dt="2024-11-26T07:06:51.564" v="526"/>
        <pc:sldMkLst>
          <pc:docMk/>
          <pc:sldMk cId="3087691381" sldId="284"/>
        </pc:sldMkLst>
        <pc:spChg chg="mod">
          <ac:chgData name="Varsha Annamalai (She/Her/Hers)" userId="S::v_annamalai@uncg.edu::4b9be706-bf0a-459b-af26-9290bef75fc1" providerId="AD" clId="Web-{DA8FC6A7-88DF-3B22-A430-4D9975F1EDA4}" dt="2024-11-26T05:38:21.834" v="299" actId="1076"/>
          <ac:spMkLst>
            <pc:docMk/>
            <pc:sldMk cId="3087691381" sldId="284"/>
            <ac:spMk id="2" creationId="{70938B7B-455E-047A-3E98-ABCC63DCDCF3}"/>
          </ac:spMkLst>
        </pc:spChg>
        <pc:spChg chg="mod">
          <ac:chgData name="Varsha Annamalai (She/Her/Hers)" userId="S::v_annamalai@uncg.edu::4b9be706-bf0a-459b-af26-9290bef75fc1" providerId="AD" clId="Web-{DA8FC6A7-88DF-3B22-A430-4D9975F1EDA4}" dt="2024-11-26T05:37:54.740" v="297" actId="20577"/>
          <ac:spMkLst>
            <pc:docMk/>
            <pc:sldMk cId="3087691381" sldId="284"/>
            <ac:spMk id="4" creationId="{F88640E3-A4AC-65B8-B250-B4B9D1354972}"/>
          </ac:spMkLst>
        </pc:spChg>
      </pc:sldChg>
      <pc:sldChg chg="addSp delSp modSp add replId modNotes">
        <pc:chgData name="Varsha Annamalai (She/Her/Hers)" userId="S::v_annamalai@uncg.edu::4b9be706-bf0a-459b-af26-9290bef75fc1" providerId="AD" clId="Web-{DA8FC6A7-88DF-3B22-A430-4D9975F1EDA4}" dt="2024-11-26T07:56:28.464" v="659"/>
        <pc:sldMkLst>
          <pc:docMk/>
          <pc:sldMk cId="1515203729" sldId="285"/>
        </pc:sldMkLst>
        <pc:spChg chg="mod">
          <ac:chgData name="Varsha Annamalai (She/Her/Hers)" userId="S::v_annamalai@uncg.edu::4b9be706-bf0a-459b-af26-9290bef75fc1" providerId="AD" clId="Web-{DA8FC6A7-88DF-3B22-A430-4D9975F1EDA4}" dt="2024-11-26T07:51:58.979" v="581" actId="1076"/>
          <ac:spMkLst>
            <pc:docMk/>
            <pc:sldMk cId="1515203729" sldId="285"/>
            <ac:spMk id="2" creationId="{70938B7B-455E-047A-3E98-ABCC63DCDCF3}"/>
          </ac:spMkLst>
        </pc:spChg>
        <pc:spChg chg="del">
          <ac:chgData name="Varsha Annamalai (She/Her/Hers)" userId="S::v_annamalai@uncg.edu::4b9be706-bf0a-459b-af26-9290bef75fc1" providerId="AD" clId="Web-{DA8FC6A7-88DF-3B22-A430-4D9975F1EDA4}" dt="2024-11-26T07:51:37.932" v="580"/>
          <ac:spMkLst>
            <pc:docMk/>
            <pc:sldMk cId="1515203729" sldId="285"/>
            <ac:spMk id="5" creationId="{F76CB1C8-2E33-A096-711A-23B6DD205765}"/>
          </ac:spMkLst>
        </pc:spChg>
        <pc:picChg chg="add mod">
          <ac:chgData name="Varsha Annamalai (She/Her/Hers)" userId="S::v_annamalai@uncg.edu::4b9be706-bf0a-459b-af26-9290bef75fc1" providerId="AD" clId="Web-{DA8FC6A7-88DF-3B22-A430-4D9975F1EDA4}" dt="2024-11-26T07:52:43.682" v="594" actId="1076"/>
          <ac:picMkLst>
            <pc:docMk/>
            <pc:sldMk cId="1515203729" sldId="285"/>
            <ac:picMk id="3" creationId="{AFDD2CF8-A250-9BB6-BB4A-385DA1FFF591}"/>
          </ac:picMkLst>
        </pc:picChg>
        <pc:picChg chg="add mod">
          <ac:chgData name="Varsha Annamalai (She/Her/Hers)" userId="S::v_annamalai@uncg.edu::4b9be706-bf0a-459b-af26-9290bef75fc1" providerId="AD" clId="Web-{DA8FC6A7-88DF-3B22-A430-4D9975F1EDA4}" dt="2024-11-26T07:52:52.213" v="596" actId="1076"/>
          <ac:picMkLst>
            <pc:docMk/>
            <pc:sldMk cId="1515203729" sldId="285"/>
            <ac:picMk id="4" creationId="{DF88F1C8-4B28-59E4-D0F5-C8F48EEB4586}"/>
          </ac:picMkLst>
        </pc:picChg>
        <pc:picChg chg="add mod">
          <ac:chgData name="Varsha Annamalai (She/Her/Hers)" userId="S::v_annamalai@uncg.edu::4b9be706-bf0a-459b-af26-9290bef75fc1" providerId="AD" clId="Web-{DA8FC6A7-88DF-3B22-A430-4D9975F1EDA4}" dt="2024-11-26T07:52:48.760" v="595" actId="1076"/>
          <ac:picMkLst>
            <pc:docMk/>
            <pc:sldMk cId="1515203729" sldId="285"/>
            <ac:picMk id="6" creationId="{8470FE14-C29D-F51C-BDE3-DEE1CE3248C7}"/>
          </ac:picMkLst>
        </pc:picChg>
      </pc:sldChg>
      <pc:sldChg chg="addSp delSp modSp add del mod replId modShow">
        <pc:chgData name="Varsha Annamalai (She/Her/Hers)" userId="S::v_annamalai@uncg.edu::4b9be706-bf0a-459b-af26-9290bef75fc1" providerId="AD" clId="Web-{DA8FC6A7-88DF-3B22-A430-4D9975F1EDA4}" dt="2024-11-26T07:06:53.517" v="527"/>
        <pc:sldMkLst>
          <pc:docMk/>
          <pc:sldMk cId="2462933538" sldId="285"/>
        </pc:sldMkLst>
        <pc:spChg chg="mod">
          <ac:chgData name="Varsha Annamalai (She/Her/Hers)" userId="S::v_annamalai@uncg.edu::4b9be706-bf0a-459b-af26-9290bef75fc1" providerId="AD" clId="Web-{DA8FC6A7-88DF-3B22-A430-4D9975F1EDA4}" dt="2024-11-26T05:39:05.177" v="301" actId="20577"/>
          <ac:spMkLst>
            <pc:docMk/>
            <pc:sldMk cId="2462933538" sldId="285"/>
            <ac:spMk id="2" creationId="{70938B7B-455E-047A-3E98-ABCC63DCDCF3}"/>
          </ac:spMkLst>
        </pc:spChg>
        <pc:spChg chg="add del mod">
          <ac:chgData name="Varsha Annamalai (She/Her/Hers)" userId="S::v_annamalai@uncg.edu::4b9be706-bf0a-459b-af26-9290bef75fc1" providerId="AD" clId="Web-{DA8FC6A7-88DF-3B22-A430-4D9975F1EDA4}" dt="2024-11-26T05:39:19.427" v="305"/>
          <ac:spMkLst>
            <pc:docMk/>
            <pc:sldMk cId="2462933538" sldId="285"/>
            <ac:spMk id="3" creationId="{9332B0A7-B460-5EFD-76D6-AD8215BFA100}"/>
          </ac:spMkLst>
        </pc:spChg>
        <pc:spChg chg="mod">
          <ac:chgData name="Varsha Annamalai (She/Her/Hers)" userId="S::v_annamalai@uncg.edu::4b9be706-bf0a-459b-af26-9290bef75fc1" providerId="AD" clId="Web-{DA8FC6A7-88DF-3B22-A430-4D9975F1EDA4}" dt="2024-11-26T05:39:46.771" v="309" actId="20577"/>
          <ac:spMkLst>
            <pc:docMk/>
            <pc:sldMk cId="2462933538" sldId="285"/>
            <ac:spMk id="4" creationId="{F88640E3-A4AC-65B8-B250-B4B9D1354972}"/>
          </ac:spMkLst>
        </pc:spChg>
      </pc:sldChg>
    </pc:docChg>
  </pc:docChgLst>
  <pc:docChgLst>
    <pc:chgData name="Varsha Annamalai (She/Her/Hers)" userId="S::v_annamalai@uncg.edu::4b9be706-bf0a-459b-af26-9290bef75fc1" providerId="AD" clId="Web-{07585AD9-C5B3-6E98-A84F-3C9ABF0F8FA7}"/>
    <pc:docChg chg="addSld delSld modSld addMainMaster delMainMaster">
      <pc:chgData name="Varsha Annamalai (She/Her/Hers)" userId="S::v_annamalai@uncg.edu::4b9be706-bf0a-459b-af26-9290bef75fc1" providerId="AD" clId="Web-{07585AD9-C5B3-6E98-A84F-3C9ABF0F8FA7}" dt="2024-11-21T23:57:13.474" v="995" actId="20577"/>
      <pc:docMkLst>
        <pc:docMk/>
      </pc:docMkLst>
      <pc:sldChg chg="addSp delSp modSp mod setBg modClrScheme setClrOvrMap delDesignElem chgLayout">
        <pc:chgData name="Varsha Annamalai (She/Her/Hers)" userId="S::v_annamalai@uncg.edu::4b9be706-bf0a-459b-af26-9290bef75fc1" providerId="AD" clId="Web-{07585AD9-C5B3-6E98-A84F-3C9ABF0F8FA7}" dt="2024-11-21T23:56:04.828" v="989"/>
        <pc:sldMkLst>
          <pc:docMk/>
          <pc:sldMk cId="109857222" sldId="256"/>
        </pc:sldMkLst>
        <pc:spChg chg="mod ord">
          <ac:chgData name="Varsha Annamalai (She/Her/Hers)" userId="S::v_annamalai@uncg.edu::4b9be706-bf0a-459b-af26-9290bef75fc1" providerId="AD" clId="Web-{07585AD9-C5B3-6E98-A84F-3C9ABF0F8FA7}" dt="2024-11-20T20:21:57.136" v="113" actId="20577"/>
          <ac:spMkLst>
            <pc:docMk/>
            <pc:sldMk cId="109857222" sldId="256"/>
            <ac:spMk id="2" creationId="{00000000-0000-0000-0000-000000000000}"/>
          </ac:spMkLst>
        </pc:spChg>
        <pc:spChg chg="mod ord">
          <ac:chgData name="Varsha Annamalai (She/Her/Hers)" userId="S::v_annamalai@uncg.edu::4b9be706-bf0a-459b-af26-9290bef75fc1" providerId="AD" clId="Web-{07585AD9-C5B3-6E98-A84F-3C9ABF0F8FA7}" dt="2024-11-20T20:06:37.871" v="68" actId="20577"/>
          <ac:spMkLst>
            <pc:docMk/>
            <pc:sldMk cId="109857222" sldId="256"/>
            <ac:spMk id="3" creationId="{00000000-0000-0000-0000-000000000000}"/>
          </ac:spMkLst>
        </pc:spChg>
        <pc:spChg chg="add">
          <ac:chgData name="Varsha Annamalai (She/Her/Hers)" userId="S::v_annamalai@uncg.edu::4b9be706-bf0a-459b-af26-9290bef75fc1" providerId="AD" clId="Web-{07585AD9-C5B3-6E98-A84F-3C9ABF0F8FA7}" dt="2024-11-20T19:58:34.120" v="36"/>
          <ac:spMkLst>
            <pc:docMk/>
            <pc:sldMk cId="109857222" sldId="256"/>
            <ac:spMk id="105" creationId="{51C0BCA8-B9D5-4F84-B063-ABE683EE04E1}"/>
          </ac:spMkLst>
        </pc:spChg>
        <pc:spChg chg="add">
          <ac:chgData name="Varsha Annamalai (She/Her/Hers)" userId="S::v_annamalai@uncg.edu::4b9be706-bf0a-459b-af26-9290bef75fc1" providerId="AD" clId="Web-{07585AD9-C5B3-6E98-A84F-3C9ABF0F8FA7}" dt="2024-11-20T19:58:34.120" v="36"/>
          <ac:spMkLst>
            <pc:docMk/>
            <pc:sldMk cId="109857222" sldId="256"/>
            <ac:spMk id="107" creationId="{3148D7B7-CAFA-4089-A365-6371A76FE4A6}"/>
          </ac:spMkLst>
        </pc:spChg>
        <pc:picChg chg="add mod modCrop">
          <ac:chgData name="Varsha Annamalai (She/Her/Hers)" userId="S::v_annamalai@uncg.edu::4b9be706-bf0a-459b-af26-9290bef75fc1" providerId="AD" clId="Web-{07585AD9-C5B3-6E98-A84F-3C9ABF0F8FA7}" dt="2024-11-21T23:56:04.828" v="989"/>
          <ac:picMkLst>
            <pc:docMk/>
            <pc:sldMk cId="109857222" sldId="256"/>
            <ac:picMk id="106" creationId="{9B77BEF9-4357-8C53-7231-60AC7BC15B6C}"/>
          </ac:picMkLst>
        </pc:picChg>
        <pc:cxnChg chg="add">
          <ac:chgData name="Varsha Annamalai (She/Her/Hers)" userId="S::v_annamalai@uncg.edu::4b9be706-bf0a-459b-af26-9290bef75fc1" providerId="AD" clId="Web-{07585AD9-C5B3-6E98-A84F-3C9ABF0F8FA7}" dt="2024-11-20T19:58:34.120" v="36"/>
          <ac:cxnSpMkLst>
            <pc:docMk/>
            <pc:sldMk cId="109857222" sldId="256"/>
            <ac:cxnSpMk id="108" creationId="{7476E355-DC49-4AFB-88DE-62B854B9B315}"/>
          </ac:cxnSpMkLst>
        </pc:cxnChg>
      </pc:sldChg>
      <pc:sldChg chg="addSp modSp new mod setBg">
        <pc:chgData name="Varsha Annamalai (She/Her/Hers)" userId="S::v_annamalai@uncg.edu::4b9be706-bf0a-459b-af26-9290bef75fc1" providerId="AD" clId="Web-{07585AD9-C5B3-6E98-A84F-3C9ABF0F8FA7}" dt="2024-11-21T23:54:28.368" v="981" actId="20577"/>
        <pc:sldMkLst>
          <pc:docMk/>
          <pc:sldMk cId="2680047780" sldId="257"/>
        </pc:sldMkLst>
        <pc:spChg chg="mod">
          <ac:chgData name="Varsha Annamalai (She/Her/Hers)" userId="S::v_annamalai@uncg.edu::4b9be706-bf0a-459b-af26-9290bef75fc1" providerId="AD" clId="Web-{07585AD9-C5B3-6E98-A84F-3C9ABF0F8FA7}" dt="2024-11-20T20:22:05.542" v="114" actId="20577"/>
          <ac:spMkLst>
            <pc:docMk/>
            <pc:sldMk cId="2680047780" sldId="257"/>
            <ac:spMk id="2" creationId="{70938B7B-455E-047A-3E98-ABCC63DCDCF3}"/>
          </ac:spMkLst>
        </pc:spChg>
        <pc:spChg chg="mod">
          <ac:chgData name="Varsha Annamalai (She/Her/Hers)" userId="S::v_annamalai@uncg.edu::4b9be706-bf0a-459b-af26-9290bef75fc1" providerId="AD" clId="Web-{07585AD9-C5B3-6E98-A84F-3C9ABF0F8FA7}" dt="2024-11-21T23:54:28.368" v="981" actId="20577"/>
          <ac:spMkLst>
            <pc:docMk/>
            <pc:sldMk cId="2680047780" sldId="257"/>
            <ac:spMk id="3" creationId="{3E93D6A6-559F-19FB-A5F5-0CE5305DF0ED}"/>
          </ac:spMkLst>
        </pc:spChg>
        <pc:spChg chg="add">
          <ac:chgData name="Varsha Annamalai (She/Her/Hers)" userId="S::v_annamalai@uncg.edu::4b9be706-bf0a-459b-af26-9290bef75fc1" providerId="AD" clId="Web-{07585AD9-C5B3-6E98-A84F-3C9ABF0F8FA7}" dt="2024-11-20T20:07:04.075" v="70"/>
          <ac:spMkLst>
            <pc:docMk/>
            <pc:sldMk cId="2680047780" sldId="257"/>
            <ac:spMk id="8" creationId="{E0BA761B-DE6B-4078-B4C9-0FFE37D23862}"/>
          </ac:spMkLst>
        </pc:spChg>
        <pc:cxnChg chg="add">
          <ac:chgData name="Varsha Annamalai (She/Her/Hers)" userId="S::v_annamalai@uncg.edu::4b9be706-bf0a-459b-af26-9290bef75fc1" providerId="AD" clId="Web-{07585AD9-C5B3-6E98-A84F-3C9ABF0F8FA7}" dt="2024-11-20T20:07:04.075" v="70"/>
          <ac:cxnSpMkLst>
            <pc:docMk/>
            <pc:sldMk cId="2680047780" sldId="257"/>
            <ac:cxnSpMk id="10" creationId="{05C630D5-1ADF-4994-883A-6501F0DFCFA0}"/>
          </ac:cxnSpMkLst>
        </pc:cxnChg>
      </pc:sldChg>
      <pc:sldChg chg="modSp new del mod modClrScheme chgLayout">
        <pc:chgData name="Varsha Annamalai (She/Her/Hers)" userId="S::v_annamalai@uncg.edu::4b9be706-bf0a-459b-af26-9290bef75fc1" providerId="AD" clId="Web-{07585AD9-C5B3-6E98-A84F-3C9ABF0F8FA7}" dt="2024-11-20T19:55:45.099" v="16"/>
        <pc:sldMkLst>
          <pc:docMk/>
          <pc:sldMk cId="3459952566" sldId="257"/>
        </pc:sldMkLst>
      </pc:sldChg>
      <pc:sldChg chg="addSp delSp modSp add mod replId modShow modNotes">
        <pc:chgData name="Varsha Annamalai (She/Her/Hers)" userId="S::v_annamalai@uncg.edu::4b9be706-bf0a-459b-af26-9290bef75fc1" providerId="AD" clId="Web-{07585AD9-C5B3-6E98-A84F-3C9ABF0F8FA7}" dt="2024-11-21T23:52:38.016" v="941" actId="20577"/>
        <pc:sldMkLst>
          <pc:docMk/>
          <pc:sldMk cId="1877809401" sldId="258"/>
        </pc:sldMkLst>
      </pc:sldChg>
      <pc:sldChg chg="new del">
        <pc:chgData name="Varsha Annamalai (She/Her/Hers)" userId="S::v_annamalai@uncg.edu::4b9be706-bf0a-459b-af26-9290bef75fc1" providerId="AD" clId="Web-{07585AD9-C5B3-6E98-A84F-3C9ABF0F8FA7}" dt="2024-11-21T22:28:58.158" v="195"/>
        <pc:sldMkLst>
          <pc:docMk/>
          <pc:sldMk cId="2403851640" sldId="258"/>
        </pc:sldMkLst>
      </pc:sldChg>
      <pc:sldChg chg="modSp add replId">
        <pc:chgData name="Varsha Annamalai (She/Her/Hers)" userId="S::v_annamalai@uncg.edu::4b9be706-bf0a-459b-af26-9290bef75fc1" providerId="AD" clId="Web-{07585AD9-C5B3-6E98-A84F-3C9ABF0F8FA7}" dt="2024-11-21T23:57:13.474" v="995" actId="20577"/>
        <pc:sldMkLst>
          <pc:docMk/>
          <pc:sldMk cId="2640071290" sldId="259"/>
        </pc:sldMkLst>
        <pc:spChg chg="mod">
          <ac:chgData name="Varsha Annamalai (She/Her/Hers)" userId="S::v_annamalai@uncg.edu::4b9be706-bf0a-459b-af26-9290bef75fc1" providerId="AD" clId="Web-{07585AD9-C5B3-6E98-A84F-3C9ABF0F8FA7}" dt="2024-11-21T23:57:13.474" v="995" actId="20577"/>
          <ac:spMkLst>
            <pc:docMk/>
            <pc:sldMk cId="2640071290" sldId="259"/>
            <ac:spMk id="2" creationId="{70938B7B-455E-047A-3E98-ABCC63DCDCF3}"/>
          </ac:spMkLst>
        </pc:spChg>
      </pc:sldChg>
      <pc:sldMasterChg chg="add del addSldLayout delSldLayout">
        <pc:chgData name="Varsha Annamalai (She/Her/Hers)" userId="S::v_annamalai@uncg.edu::4b9be706-bf0a-459b-af26-9290bef75fc1" providerId="AD" clId="Web-{07585AD9-C5B3-6E98-A84F-3C9ABF0F8FA7}" dt="2024-11-20T19:58:34.120" v="36"/>
        <pc:sldMasterMkLst>
          <pc:docMk/>
          <pc:sldMasterMk cId="2460954070" sldId="2147483660"/>
        </pc:sldMasterMkLst>
        <pc:sldLayoutChg chg="add del">
          <pc:chgData name="Varsha Annamalai (She/Her/Hers)" userId="S::v_annamalai@uncg.edu::4b9be706-bf0a-459b-af26-9290bef75fc1" providerId="AD" clId="Web-{07585AD9-C5B3-6E98-A84F-3C9ABF0F8FA7}" dt="2024-11-20T19:58:34.120" v="36"/>
          <pc:sldLayoutMkLst>
            <pc:docMk/>
            <pc:sldMasterMk cId="2460954070" sldId="2147483660"/>
            <pc:sldLayoutMk cId="2385387890" sldId="2147483661"/>
          </pc:sldLayoutMkLst>
        </pc:sldLayoutChg>
        <pc:sldLayoutChg chg="add del">
          <pc:chgData name="Varsha Annamalai (She/Her/Hers)" userId="S::v_annamalai@uncg.edu::4b9be706-bf0a-459b-af26-9290bef75fc1" providerId="AD" clId="Web-{07585AD9-C5B3-6E98-A84F-3C9ABF0F8FA7}" dt="2024-11-20T19:58:34.120" v="36"/>
          <pc:sldLayoutMkLst>
            <pc:docMk/>
            <pc:sldMasterMk cId="2460954070" sldId="2147483660"/>
            <pc:sldLayoutMk cId="949138452" sldId="2147483662"/>
          </pc:sldLayoutMkLst>
        </pc:sldLayoutChg>
        <pc:sldLayoutChg chg="add del">
          <pc:chgData name="Varsha Annamalai (She/Her/Hers)" userId="S::v_annamalai@uncg.edu::4b9be706-bf0a-459b-af26-9290bef75fc1" providerId="AD" clId="Web-{07585AD9-C5B3-6E98-A84F-3C9ABF0F8FA7}" dt="2024-11-20T19:58:34.120" v="36"/>
          <pc:sldLayoutMkLst>
            <pc:docMk/>
            <pc:sldMasterMk cId="2460954070" sldId="2147483660"/>
            <pc:sldLayoutMk cId="2591524520" sldId="2147483663"/>
          </pc:sldLayoutMkLst>
        </pc:sldLayoutChg>
        <pc:sldLayoutChg chg="add del">
          <pc:chgData name="Varsha Annamalai (She/Her/Hers)" userId="S::v_annamalai@uncg.edu::4b9be706-bf0a-459b-af26-9290bef75fc1" providerId="AD" clId="Web-{07585AD9-C5B3-6E98-A84F-3C9ABF0F8FA7}" dt="2024-11-20T19:58:34.120" v="36"/>
          <pc:sldLayoutMkLst>
            <pc:docMk/>
            <pc:sldMasterMk cId="2460954070" sldId="2147483660"/>
            <pc:sldLayoutMk cId="1203092039" sldId="2147483664"/>
          </pc:sldLayoutMkLst>
        </pc:sldLayoutChg>
        <pc:sldLayoutChg chg="add del">
          <pc:chgData name="Varsha Annamalai (She/Her/Hers)" userId="S::v_annamalai@uncg.edu::4b9be706-bf0a-459b-af26-9290bef75fc1" providerId="AD" clId="Web-{07585AD9-C5B3-6E98-A84F-3C9ABF0F8FA7}" dt="2024-11-20T19:58:34.120" v="36"/>
          <pc:sldLayoutMkLst>
            <pc:docMk/>
            <pc:sldMasterMk cId="2460954070" sldId="2147483660"/>
            <pc:sldLayoutMk cId="3733172339" sldId="2147483665"/>
          </pc:sldLayoutMkLst>
        </pc:sldLayoutChg>
        <pc:sldLayoutChg chg="add del">
          <pc:chgData name="Varsha Annamalai (She/Her/Hers)" userId="S::v_annamalai@uncg.edu::4b9be706-bf0a-459b-af26-9290bef75fc1" providerId="AD" clId="Web-{07585AD9-C5B3-6E98-A84F-3C9ABF0F8FA7}" dt="2024-11-20T19:58:34.120" v="36"/>
          <pc:sldLayoutMkLst>
            <pc:docMk/>
            <pc:sldMasterMk cId="2460954070" sldId="2147483660"/>
            <pc:sldLayoutMk cId="3210312558" sldId="2147483666"/>
          </pc:sldLayoutMkLst>
        </pc:sldLayoutChg>
        <pc:sldLayoutChg chg="add del">
          <pc:chgData name="Varsha Annamalai (She/Her/Hers)" userId="S::v_annamalai@uncg.edu::4b9be706-bf0a-459b-af26-9290bef75fc1" providerId="AD" clId="Web-{07585AD9-C5B3-6E98-A84F-3C9ABF0F8FA7}" dt="2024-11-20T19:58:34.120" v="36"/>
          <pc:sldLayoutMkLst>
            <pc:docMk/>
            <pc:sldMasterMk cId="2460954070" sldId="2147483660"/>
            <pc:sldLayoutMk cId="3146388984" sldId="2147483667"/>
          </pc:sldLayoutMkLst>
        </pc:sldLayoutChg>
        <pc:sldLayoutChg chg="add del">
          <pc:chgData name="Varsha Annamalai (She/Her/Hers)" userId="S::v_annamalai@uncg.edu::4b9be706-bf0a-459b-af26-9290bef75fc1" providerId="AD" clId="Web-{07585AD9-C5B3-6E98-A84F-3C9ABF0F8FA7}" dt="2024-11-20T19:58:34.120" v="36"/>
          <pc:sldLayoutMkLst>
            <pc:docMk/>
            <pc:sldMasterMk cId="2460954070" sldId="2147483660"/>
            <pc:sldLayoutMk cId="3171841454" sldId="2147483668"/>
          </pc:sldLayoutMkLst>
        </pc:sldLayoutChg>
        <pc:sldLayoutChg chg="add del">
          <pc:chgData name="Varsha Annamalai (She/Her/Hers)" userId="S::v_annamalai@uncg.edu::4b9be706-bf0a-459b-af26-9290bef75fc1" providerId="AD" clId="Web-{07585AD9-C5B3-6E98-A84F-3C9ABF0F8FA7}" dt="2024-11-20T19:58:34.120" v="36"/>
          <pc:sldLayoutMkLst>
            <pc:docMk/>
            <pc:sldMasterMk cId="2460954070" sldId="2147483660"/>
            <pc:sldLayoutMk cId="1718958274" sldId="2147483669"/>
          </pc:sldLayoutMkLst>
        </pc:sldLayoutChg>
        <pc:sldLayoutChg chg="add del">
          <pc:chgData name="Varsha Annamalai (She/Her/Hers)" userId="S::v_annamalai@uncg.edu::4b9be706-bf0a-459b-af26-9290bef75fc1" providerId="AD" clId="Web-{07585AD9-C5B3-6E98-A84F-3C9ABF0F8FA7}" dt="2024-11-20T19:58:34.120" v="36"/>
          <pc:sldLayoutMkLst>
            <pc:docMk/>
            <pc:sldMasterMk cId="2460954070" sldId="2147483660"/>
            <pc:sldLayoutMk cId="2202905451" sldId="2147483670"/>
          </pc:sldLayoutMkLst>
        </pc:sldLayoutChg>
        <pc:sldLayoutChg chg="add del">
          <pc:chgData name="Varsha Annamalai (She/Her/Hers)" userId="S::v_annamalai@uncg.edu::4b9be706-bf0a-459b-af26-9290bef75fc1" providerId="AD" clId="Web-{07585AD9-C5B3-6E98-A84F-3C9ABF0F8FA7}" dt="2024-11-20T19:58:34.120" v="36"/>
          <pc:sldLayoutMkLst>
            <pc:docMk/>
            <pc:sldMasterMk cId="2460954070" sldId="2147483660"/>
            <pc:sldLayoutMk cId="3479445657" sldId="2147483671"/>
          </pc:sldLayoutMkLst>
        </pc:sldLayoutChg>
      </pc:sldMasterChg>
      <pc:sldMasterChg chg="add del replId addSldLayout delSldLayout">
        <pc:chgData name="Varsha Annamalai (She/Her/Hers)" userId="S::v_annamalai@uncg.edu::4b9be706-bf0a-459b-af26-9290bef75fc1" providerId="AD" clId="Web-{07585AD9-C5B3-6E98-A84F-3C9ABF0F8FA7}" dt="2024-11-20T19:55:47.568" v="17"/>
        <pc:sldMasterMkLst>
          <pc:docMk/>
          <pc:sldMasterMk cId="3604746968" sldId="2147483672"/>
        </pc:sldMasterMkLst>
        <pc:sldLayoutChg chg="add del">
          <pc:chgData name="Varsha Annamalai (She/Her/Hers)" userId="S::v_annamalai@uncg.edu::4b9be706-bf0a-459b-af26-9290bef75fc1" providerId="AD" clId="Web-{07585AD9-C5B3-6E98-A84F-3C9ABF0F8FA7}" dt="2024-11-20T19:55:47.568" v="17"/>
          <pc:sldLayoutMkLst>
            <pc:docMk/>
            <pc:sldMasterMk cId="3604746968" sldId="2147483672"/>
            <pc:sldLayoutMk cId="3794338251" sldId="2147483673"/>
          </pc:sldLayoutMkLst>
        </pc:sldLayoutChg>
        <pc:sldLayoutChg chg="add del replId">
          <pc:chgData name="Varsha Annamalai (She/Her/Hers)" userId="S::v_annamalai@uncg.edu::4b9be706-bf0a-459b-af26-9290bef75fc1" providerId="AD" clId="Web-{07585AD9-C5B3-6E98-A84F-3C9ABF0F8FA7}" dt="2024-11-20T19:55:47.568" v="17"/>
          <pc:sldLayoutMkLst>
            <pc:docMk/>
            <pc:sldMasterMk cId="3604746968" sldId="2147483672"/>
            <pc:sldLayoutMk cId="2560381976" sldId="2147483674"/>
          </pc:sldLayoutMkLst>
        </pc:sldLayoutChg>
        <pc:sldLayoutChg chg="add del replId">
          <pc:chgData name="Varsha Annamalai (She/Her/Hers)" userId="S::v_annamalai@uncg.edu::4b9be706-bf0a-459b-af26-9290bef75fc1" providerId="AD" clId="Web-{07585AD9-C5B3-6E98-A84F-3C9ABF0F8FA7}" dt="2024-11-20T19:55:47.568" v="17"/>
          <pc:sldLayoutMkLst>
            <pc:docMk/>
            <pc:sldMasterMk cId="3604746968" sldId="2147483672"/>
            <pc:sldLayoutMk cId="616743550" sldId="2147483675"/>
          </pc:sldLayoutMkLst>
        </pc:sldLayoutChg>
        <pc:sldLayoutChg chg="add del replId">
          <pc:chgData name="Varsha Annamalai (She/Her/Hers)" userId="S::v_annamalai@uncg.edu::4b9be706-bf0a-459b-af26-9290bef75fc1" providerId="AD" clId="Web-{07585AD9-C5B3-6E98-A84F-3C9ABF0F8FA7}" dt="2024-11-20T19:55:47.568" v="17"/>
          <pc:sldLayoutMkLst>
            <pc:docMk/>
            <pc:sldMasterMk cId="3604746968" sldId="2147483672"/>
            <pc:sldLayoutMk cId="2292555888" sldId="2147483676"/>
          </pc:sldLayoutMkLst>
        </pc:sldLayoutChg>
        <pc:sldLayoutChg chg="add del replId">
          <pc:chgData name="Varsha Annamalai (She/Her/Hers)" userId="S::v_annamalai@uncg.edu::4b9be706-bf0a-459b-af26-9290bef75fc1" providerId="AD" clId="Web-{07585AD9-C5B3-6E98-A84F-3C9ABF0F8FA7}" dt="2024-11-20T19:55:47.568" v="17"/>
          <pc:sldLayoutMkLst>
            <pc:docMk/>
            <pc:sldMasterMk cId="3604746968" sldId="2147483672"/>
            <pc:sldLayoutMk cId="3501499004" sldId="2147483677"/>
          </pc:sldLayoutMkLst>
        </pc:sldLayoutChg>
        <pc:sldLayoutChg chg="add del replId">
          <pc:chgData name="Varsha Annamalai (She/Her/Hers)" userId="S::v_annamalai@uncg.edu::4b9be706-bf0a-459b-af26-9290bef75fc1" providerId="AD" clId="Web-{07585AD9-C5B3-6E98-A84F-3C9ABF0F8FA7}" dt="2024-11-20T19:55:47.568" v="17"/>
          <pc:sldLayoutMkLst>
            <pc:docMk/>
            <pc:sldMasterMk cId="3604746968" sldId="2147483672"/>
            <pc:sldLayoutMk cId="3256997641" sldId="2147483678"/>
          </pc:sldLayoutMkLst>
        </pc:sldLayoutChg>
        <pc:sldLayoutChg chg="add del replId">
          <pc:chgData name="Varsha Annamalai (She/Her/Hers)" userId="S::v_annamalai@uncg.edu::4b9be706-bf0a-459b-af26-9290bef75fc1" providerId="AD" clId="Web-{07585AD9-C5B3-6E98-A84F-3C9ABF0F8FA7}" dt="2024-11-20T19:55:47.568" v="17"/>
          <pc:sldLayoutMkLst>
            <pc:docMk/>
            <pc:sldMasterMk cId="3604746968" sldId="2147483672"/>
            <pc:sldLayoutMk cId="1997445542" sldId="2147483679"/>
          </pc:sldLayoutMkLst>
        </pc:sldLayoutChg>
        <pc:sldLayoutChg chg="add del replId">
          <pc:chgData name="Varsha Annamalai (She/Her/Hers)" userId="S::v_annamalai@uncg.edu::4b9be706-bf0a-459b-af26-9290bef75fc1" providerId="AD" clId="Web-{07585AD9-C5B3-6E98-A84F-3C9ABF0F8FA7}" dt="2024-11-20T19:55:47.568" v="17"/>
          <pc:sldLayoutMkLst>
            <pc:docMk/>
            <pc:sldMasterMk cId="3604746968" sldId="2147483672"/>
            <pc:sldLayoutMk cId="388568628" sldId="2147483680"/>
          </pc:sldLayoutMkLst>
        </pc:sldLayoutChg>
        <pc:sldLayoutChg chg="add del replId">
          <pc:chgData name="Varsha Annamalai (She/Her/Hers)" userId="S::v_annamalai@uncg.edu::4b9be706-bf0a-459b-af26-9290bef75fc1" providerId="AD" clId="Web-{07585AD9-C5B3-6E98-A84F-3C9ABF0F8FA7}" dt="2024-11-20T19:55:47.568" v="17"/>
          <pc:sldLayoutMkLst>
            <pc:docMk/>
            <pc:sldMasterMk cId="3604746968" sldId="2147483672"/>
            <pc:sldLayoutMk cId="1947767358" sldId="2147483681"/>
          </pc:sldLayoutMkLst>
        </pc:sldLayoutChg>
        <pc:sldLayoutChg chg="add del replId">
          <pc:chgData name="Varsha Annamalai (She/Her/Hers)" userId="S::v_annamalai@uncg.edu::4b9be706-bf0a-459b-af26-9290bef75fc1" providerId="AD" clId="Web-{07585AD9-C5B3-6E98-A84F-3C9ABF0F8FA7}" dt="2024-11-20T19:55:47.568" v="17"/>
          <pc:sldLayoutMkLst>
            <pc:docMk/>
            <pc:sldMasterMk cId="3604746968" sldId="2147483672"/>
            <pc:sldLayoutMk cId="2961683118" sldId="2147483682"/>
          </pc:sldLayoutMkLst>
        </pc:sldLayoutChg>
        <pc:sldLayoutChg chg="add del replId">
          <pc:chgData name="Varsha Annamalai (She/Her/Hers)" userId="S::v_annamalai@uncg.edu::4b9be706-bf0a-459b-af26-9290bef75fc1" providerId="AD" clId="Web-{07585AD9-C5B3-6E98-A84F-3C9ABF0F8FA7}" dt="2024-11-20T19:55:47.568" v="17"/>
          <pc:sldLayoutMkLst>
            <pc:docMk/>
            <pc:sldMasterMk cId="3604746968" sldId="2147483672"/>
            <pc:sldLayoutMk cId="1593077719" sldId="2147483683"/>
          </pc:sldLayoutMkLst>
        </pc:sldLayoutChg>
      </pc:sldMasterChg>
      <pc:sldMasterChg chg="add del replId addSldLayout delSldLayout">
        <pc:chgData name="Varsha Annamalai (She/Her/Hers)" userId="S::v_annamalai@uncg.edu::4b9be706-bf0a-459b-af26-9290bef75fc1" providerId="AD" clId="Web-{07585AD9-C5B3-6E98-A84F-3C9ABF0F8FA7}" dt="2024-11-20T19:57:46.603" v="23"/>
        <pc:sldMasterMkLst>
          <pc:docMk/>
          <pc:sldMasterMk cId="3670009139" sldId="2147483672"/>
        </pc:sldMasterMkLst>
        <pc:sldLayoutChg chg="add del">
          <pc:chgData name="Varsha Annamalai (She/Her/Hers)" userId="S::v_annamalai@uncg.edu::4b9be706-bf0a-459b-af26-9290bef75fc1" providerId="AD" clId="Web-{07585AD9-C5B3-6E98-A84F-3C9ABF0F8FA7}" dt="2024-11-20T19:57:46.603" v="23"/>
          <pc:sldLayoutMkLst>
            <pc:docMk/>
            <pc:sldMasterMk cId="3670009139" sldId="2147483672"/>
            <pc:sldLayoutMk cId="2233211917" sldId="2147483673"/>
          </pc:sldLayoutMkLst>
        </pc:sldLayoutChg>
        <pc:sldLayoutChg chg="add del replId">
          <pc:chgData name="Varsha Annamalai (She/Her/Hers)" userId="S::v_annamalai@uncg.edu::4b9be706-bf0a-459b-af26-9290bef75fc1" providerId="AD" clId="Web-{07585AD9-C5B3-6E98-A84F-3C9ABF0F8FA7}" dt="2024-11-20T19:57:46.603" v="23"/>
          <pc:sldLayoutMkLst>
            <pc:docMk/>
            <pc:sldMasterMk cId="3670009139" sldId="2147483672"/>
            <pc:sldLayoutMk cId="3843413353" sldId="2147483674"/>
          </pc:sldLayoutMkLst>
        </pc:sldLayoutChg>
        <pc:sldLayoutChg chg="add del replId">
          <pc:chgData name="Varsha Annamalai (She/Her/Hers)" userId="S::v_annamalai@uncg.edu::4b9be706-bf0a-459b-af26-9290bef75fc1" providerId="AD" clId="Web-{07585AD9-C5B3-6E98-A84F-3C9ABF0F8FA7}" dt="2024-11-20T19:57:46.603" v="23"/>
          <pc:sldLayoutMkLst>
            <pc:docMk/>
            <pc:sldMasterMk cId="3670009139" sldId="2147483672"/>
            <pc:sldLayoutMk cId="2939151362" sldId="2147483675"/>
          </pc:sldLayoutMkLst>
        </pc:sldLayoutChg>
        <pc:sldLayoutChg chg="add del replId">
          <pc:chgData name="Varsha Annamalai (She/Her/Hers)" userId="S::v_annamalai@uncg.edu::4b9be706-bf0a-459b-af26-9290bef75fc1" providerId="AD" clId="Web-{07585AD9-C5B3-6E98-A84F-3C9ABF0F8FA7}" dt="2024-11-20T19:57:46.603" v="23"/>
          <pc:sldLayoutMkLst>
            <pc:docMk/>
            <pc:sldMasterMk cId="3670009139" sldId="2147483672"/>
            <pc:sldLayoutMk cId="3790616303" sldId="2147483676"/>
          </pc:sldLayoutMkLst>
        </pc:sldLayoutChg>
        <pc:sldLayoutChg chg="add del replId">
          <pc:chgData name="Varsha Annamalai (She/Her/Hers)" userId="S::v_annamalai@uncg.edu::4b9be706-bf0a-459b-af26-9290bef75fc1" providerId="AD" clId="Web-{07585AD9-C5B3-6E98-A84F-3C9ABF0F8FA7}" dt="2024-11-20T19:57:46.603" v="23"/>
          <pc:sldLayoutMkLst>
            <pc:docMk/>
            <pc:sldMasterMk cId="3670009139" sldId="2147483672"/>
            <pc:sldLayoutMk cId="4128964405" sldId="2147483677"/>
          </pc:sldLayoutMkLst>
        </pc:sldLayoutChg>
        <pc:sldLayoutChg chg="add del replId">
          <pc:chgData name="Varsha Annamalai (She/Her/Hers)" userId="S::v_annamalai@uncg.edu::4b9be706-bf0a-459b-af26-9290bef75fc1" providerId="AD" clId="Web-{07585AD9-C5B3-6E98-A84F-3C9ABF0F8FA7}" dt="2024-11-20T19:57:46.603" v="23"/>
          <pc:sldLayoutMkLst>
            <pc:docMk/>
            <pc:sldMasterMk cId="3670009139" sldId="2147483672"/>
            <pc:sldLayoutMk cId="4204563815" sldId="2147483678"/>
          </pc:sldLayoutMkLst>
        </pc:sldLayoutChg>
        <pc:sldLayoutChg chg="add del replId">
          <pc:chgData name="Varsha Annamalai (She/Her/Hers)" userId="S::v_annamalai@uncg.edu::4b9be706-bf0a-459b-af26-9290bef75fc1" providerId="AD" clId="Web-{07585AD9-C5B3-6E98-A84F-3C9ABF0F8FA7}" dt="2024-11-20T19:57:46.603" v="23"/>
          <pc:sldLayoutMkLst>
            <pc:docMk/>
            <pc:sldMasterMk cId="3670009139" sldId="2147483672"/>
            <pc:sldLayoutMk cId="2594228164" sldId="2147483679"/>
          </pc:sldLayoutMkLst>
        </pc:sldLayoutChg>
        <pc:sldLayoutChg chg="add del replId">
          <pc:chgData name="Varsha Annamalai (She/Her/Hers)" userId="S::v_annamalai@uncg.edu::4b9be706-bf0a-459b-af26-9290bef75fc1" providerId="AD" clId="Web-{07585AD9-C5B3-6E98-A84F-3C9ABF0F8FA7}" dt="2024-11-20T19:57:46.603" v="23"/>
          <pc:sldLayoutMkLst>
            <pc:docMk/>
            <pc:sldMasterMk cId="3670009139" sldId="2147483672"/>
            <pc:sldLayoutMk cId="4177932171" sldId="2147483680"/>
          </pc:sldLayoutMkLst>
        </pc:sldLayoutChg>
        <pc:sldLayoutChg chg="add del replId">
          <pc:chgData name="Varsha Annamalai (She/Her/Hers)" userId="S::v_annamalai@uncg.edu::4b9be706-bf0a-459b-af26-9290bef75fc1" providerId="AD" clId="Web-{07585AD9-C5B3-6E98-A84F-3C9ABF0F8FA7}" dt="2024-11-20T19:57:46.603" v="23"/>
          <pc:sldLayoutMkLst>
            <pc:docMk/>
            <pc:sldMasterMk cId="3670009139" sldId="2147483672"/>
            <pc:sldLayoutMk cId="2701045422" sldId="2147483681"/>
          </pc:sldLayoutMkLst>
        </pc:sldLayoutChg>
        <pc:sldLayoutChg chg="add del replId">
          <pc:chgData name="Varsha Annamalai (She/Her/Hers)" userId="S::v_annamalai@uncg.edu::4b9be706-bf0a-459b-af26-9290bef75fc1" providerId="AD" clId="Web-{07585AD9-C5B3-6E98-A84F-3C9ABF0F8FA7}" dt="2024-11-20T19:57:46.603" v="23"/>
          <pc:sldLayoutMkLst>
            <pc:docMk/>
            <pc:sldMasterMk cId="3670009139" sldId="2147483672"/>
            <pc:sldLayoutMk cId="4094882216" sldId="2147483682"/>
          </pc:sldLayoutMkLst>
        </pc:sldLayoutChg>
        <pc:sldLayoutChg chg="add del replId">
          <pc:chgData name="Varsha Annamalai (She/Her/Hers)" userId="S::v_annamalai@uncg.edu::4b9be706-bf0a-459b-af26-9290bef75fc1" providerId="AD" clId="Web-{07585AD9-C5B3-6E98-A84F-3C9ABF0F8FA7}" dt="2024-11-20T19:57:46.603" v="23"/>
          <pc:sldLayoutMkLst>
            <pc:docMk/>
            <pc:sldMasterMk cId="3670009139" sldId="2147483672"/>
            <pc:sldLayoutMk cId="3488662455" sldId="2147483683"/>
          </pc:sldLayoutMkLst>
        </pc:sldLayoutChg>
      </pc:sldMasterChg>
      <pc:sldMasterChg chg="add del addSldLayout delSldLayout modSldLayout">
        <pc:chgData name="Varsha Annamalai (She/Her/Hers)" userId="S::v_annamalai@uncg.edu::4b9be706-bf0a-459b-af26-9290bef75fc1" providerId="AD" clId="Web-{07585AD9-C5B3-6E98-A84F-3C9ABF0F8FA7}" dt="2024-11-20T19:55:44.147" v="15"/>
        <pc:sldMasterMkLst>
          <pc:docMk/>
          <pc:sldMasterMk cId="3355298332" sldId="2147483684"/>
        </pc:sldMasterMkLst>
        <pc:sldLayoutChg chg="add del mod replId">
          <pc:chgData name="Varsha Annamalai (She/Her/Hers)" userId="S::v_annamalai@uncg.edu::4b9be706-bf0a-459b-af26-9290bef75fc1" providerId="AD" clId="Web-{07585AD9-C5B3-6E98-A84F-3C9ABF0F8FA7}" dt="2024-11-20T19:55:44.147" v="15"/>
          <pc:sldLayoutMkLst>
            <pc:docMk/>
            <pc:sldMasterMk cId="3355298332" sldId="2147483684"/>
            <pc:sldLayoutMk cId="3165898171" sldId="2147483685"/>
          </pc:sldLayoutMkLst>
        </pc:sldLayoutChg>
        <pc:sldLayoutChg chg="add del mod replId">
          <pc:chgData name="Varsha Annamalai (She/Her/Hers)" userId="S::v_annamalai@uncg.edu::4b9be706-bf0a-459b-af26-9290bef75fc1" providerId="AD" clId="Web-{07585AD9-C5B3-6E98-A84F-3C9ABF0F8FA7}" dt="2024-11-20T19:55:44.147" v="15"/>
          <pc:sldLayoutMkLst>
            <pc:docMk/>
            <pc:sldMasterMk cId="3355298332" sldId="2147483684"/>
            <pc:sldLayoutMk cId="870383515" sldId="2147483686"/>
          </pc:sldLayoutMkLst>
        </pc:sldLayoutChg>
        <pc:sldLayoutChg chg="add del mod replId">
          <pc:chgData name="Varsha Annamalai (She/Her/Hers)" userId="S::v_annamalai@uncg.edu::4b9be706-bf0a-459b-af26-9290bef75fc1" providerId="AD" clId="Web-{07585AD9-C5B3-6E98-A84F-3C9ABF0F8FA7}" dt="2024-11-20T19:55:44.147" v="15"/>
          <pc:sldLayoutMkLst>
            <pc:docMk/>
            <pc:sldMasterMk cId="3355298332" sldId="2147483684"/>
            <pc:sldLayoutMk cId="4171384262" sldId="2147483687"/>
          </pc:sldLayoutMkLst>
        </pc:sldLayoutChg>
        <pc:sldLayoutChg chg="add del mod replId">
          <pc:chgData name="Varsha Annamalai (She/Her/Hers)" userId="S::v_annamalai@uncg.edu::4b9be706-bf0a-459b-af26-9290bef75fc1" providerId="AD" clId="Web-{07585AD9-C5B3-6E98-A84F-3C9ABF0F8FA7}" dt="2024-11-20T19:55:44.147" v="15"/>
          <pc:sldLayoutMkLst>
            <pc:docMk/>
            <pc:sldMasterMk cId="3355298332" sldId="2147483684"/>
            <pc:sldLayoutMk cId="4110040679" sldId="2147483688"/>
          </pc:sldLayoutMkLst>
        </pc:sldLayoutChg>
        <pc:sldLayoutChg chg="add del mod replId">
          <pc:chgData name="Varsha Annamalai (She/Her/Hers)" userId="S::v_annamalai@uncg.edu::4b9be706-bf0a-459b-af26-9290bef75fc1" providerId="AD" clId="Web-{07585AD9-C5B3-6E98-A84F-3C9ABF0F8FA7}" dt="2024-11-20T19:55:44.147" v="15"/>
          <pc:sldLayoutMkLst>
            <pc:docMk/>
            <pc:sldMasterMk cId="3355298332" sldId="2147483684"/>
            <pc:sldLayoutMk cId="1686496416" sldId="2147483689"/>
          </pc:sldLayoutMkLst>
        </pc:sldLayoutChg>
        <pc:sldLayoutChg chg="add del mod replId">
          <pc:chgData name="Varsha Annamalai (She/Her/Hers)" userId="S::v_annamalai@uncg.edu::4b9be706-bf0a-459b-af26-9290bef75fc1" providerId="AD" clId="Web-{07585AD9-C5B3-6E98-A84F-3C9ABF0F8FA7}" dt="2024-11-20T19:55:44.147" v="15"/>
          <pc:sldLayoutMkLst>
            <pc:docMk/>
            <pc:sldMasterMk cId="3355298332" sldId="2147483684"/>
            <pc:sldLayoutMk cId="2488869884" sldId="2147483690"/>
          </pc:sldLayoutMkLst>
        </pc:sldLayoutChg>
        <pc:sldLayoutChg chg="add del mod replId">
          <pc:chgData name="Varsha Annamalai (She/Her/Hers)" userId="S::v_annamalai@uncg.edu::4b9be706-bf0a-459b-af26-9290bef75fc1" providerId="AD" clId="Web-{07585AD9-C5B3-6E98-A84F-3C9ABF0F8FA7}" dt="2024-11-20T19:55:44.147" v="15"/>
          <pc:sldLayoutMkLst>
            <pc:docMk/>
            <pc:sldMasterMk cId="3355298332" sldId="2147483684"/>
            <pc:sldLayoutMk cId="1579090780" sldId="2147483691"/>
          </pc:sldLayoutMkLst>
        </pc:sldLayoutChg>
        <pc:sldLayoutChg chg="add del mod replId">
          <pc:chgData name="Varsha Annamalai (She/Her/Hers)" userId="S::v_annamalai@uncg.edu::4b9be706-bf0a-459b-af26-9290bef75fc1" providerId="AD" clId="Web-{07585AD9-C5B3-6E98-A84F-3C9ABF0F8FA7}" dt="2024-11-20T19:55:44.147" v="15"/>
          <pc:sldLayoutMkLst>
            <pc:docMk/>
            <pc:sldMasterMk cId="3355298332" sldId="2147483684"/>
            <pc:sldLayoutMk cId="3098195825" sldId="2147483692"/>
          </pc:sldLayoutMkLst>
        </pc:sldLayoutChg>
        <pc:sldLayoutChg chg="add del mod replId">
          <pc:chgData name="Varsha Annamalai (She/Her/Hers)" userId="S::v_annamalai@uncg.edu::4b9be706-bf0a-459b-af26-9290bef75fc1" providerId="AD" clId="Web-{07585AD9-C5B3-6E98-A84F-3C9ABF0F8FA7}" dt="2024-11-20T19:55:44.147" v="15"/>
          <pc:sldLayoutMkLst>
            <pc:docMk/>
            <pc:sldMasterMk cId="3355298332" sldId="2147483684"/>
            <pc:sldLayoutMk cId="1873775128" sldId="2147483693"/>
          </pc:sldLayoutMkLst>
        </pc:sldLayoutChg>
        <pc:sldLayoutChg chg="add del mod replId">
          <pc:chgData name="Varsha Annamalai (She/Her/Hers)" userId="S::v_annamalai@uncg.edu::4b9be706-bf0a-459b-af26-9290bef75fc1" providerId="AD" clId="Web-{07585AD9-C5B3-6E98-A84F-3C9ABF0F8FA7}" dt="2024-11-20T19:55:44.147" v="15"/>
          <pc:sldLayoutMkLst>
            <pc:docMk/>
            <pc:sldMasterMk cId="3355298332" sldId="2147483684"/>
            <pc:sldLayoutMk cId="1937436856" sldId="2147483694"/>
          </pc:sldLayoutMkLst>
        </pc:sldLayoutChg>
        <pc:sldLayoutChg chg="add del mod replId">
          <pc:chgData name="Varsha Annamalai (She/Her/Hers)" userId="S::v_annamalai@uncg.edu::4b9be706-bf0a-459b-af26-9290bef75fc1" providerId="AD" clId="Web-{07585AD9-C5B3-6E98-A84F-3C9ABF0F8FA7}" dt="2024-11-20T19:55:44.147" v="15"/>
          <pc:sldLayoutMkLst>
            <pc:docMk/>
            <pc:sldMasterMk cId="3355298332" sldId="2147483684"/>
            <pc:sldLayoutMk cId="3478052388" sldId="2147483695"/>
          </pc:sldLayoutMkLst>
        </pc:sldLayoutChg>
      </pc:sldMasterChg>
      <pc:sldMasterChg chg="add del addSldLayout delSldLayout">
        <pc:chgData name="Varsha Annamalai (She/Her/Hers)" userId="S::v_annamalai@uncg.edu::4b9be706-bf0a-459b-af26-9290bef75fc1" providerId="AD" clId="Web-{07585AD9-C5B3-6E98-A84F-3C9ABF0F8FA7}" dt="2024-11-20T19:58:00.572" v="27"/>
        <pc:sldMasterMkLst>
          <pc:docMk/>
          <pc:sldMasterMk cId="795488298" sldId="2147483685"/>
        </pc:sldMasterMkLst>
        <pc:sldLayoutChg chg="add del">
          <pc:chgData name="Varsha Annamalai (She/Her/Hers)" userId="S::v_annamalai@uncg.edu::4b9be706-bf0a-459b-af26-9290bef75fc1" providerId="AD" clId="Web-{07585AD9-C5B3-6E98-A84F-3C9ABF0F8FA7}" dt="2024-11-20T19:58:00.572" v="27"/>
          <pc:sldLayoutMkLst>
            <pc:docMk/>
            <pc:sldMasterMk cId="795488298" sldId="2147483685"/>
            <pc:sldLayoutMk cId="1782812195" sldId="2147483674"/>
          </pc:sldLayoutMkLst>
        </pc:sldLayoutChg>
        <pc:sldLayoutChg chg="add del">
          <pc:chgData name="Varsha Annamalai (She/Her/Hers)" userId="S::v_annamalai@uncg.edu::4b9be706-bf0a-459b-af26-9290bef75fc1" providerId="AD" clId="Web-{07585AD9-C5B3-6E98-A84F-3C9ABF0F8FA7}" dt="2024-11-20T19:58:00.572" v="27"/>
          <pc:sldLayoutMkLst>
            <pc:docMk/>
            <pc:sldMasterMk cId="795488298" sldId="2147483685"/>
            <pc:sldLayoutMk cId="3215885728" sldId="2147483675"/>
          </pc:sldLayoutMkLst>
        </pc:sldLayoutChg>
        <pc:sldLayoutChg chg="add del">
          <pc:chgData name="Varsha Annamalai (She/Her/Hers)" userId="S::v_annamalai@uncg.edu::4b9be706-bf0a-459b-af26-9290bef75fc1" providerId="AD" clId="Web-{07585AD9-C5B3-6E98-A84F-3C9ABF0F8FA7}" dt="2024-11-20T19:58:00.572" v="27"/>
          <pc:sldLayoutMkLst>
            <pc:docMk/>
            <pc:sldMasterMk cId="795488298" sldId="2147483685"/>
            <pc:sldLayoutMk cId="2163995992" sldId="2147483676"/>
          </pc:sldLayoutMkLst>
        </pc:sldLayoutChg>
        <pc:sldLayoutChg chg="add del">
          <pc:chgData name="Varsha Annamalai (She/Her/Hers)" userId="S::v_annamalai@uncg.edu::4b9be706-bf0a-459b-af26-9290bef75fc1" providerId="AD" clId="Web-{07585AD9-C5B3-6E98-A84F-3C9ABF0F8FA7}" dt="2024-11-20T19:58:00.572" v="27"/>
          <pc:sldLayoutMkLst>
            <pc:docMk/>
            <pc:sldMasterMk cId="795488298" sldId="2147483685"/>
            <pc:sldLayoutMk cId="1911828400" sldId="2147483677"/>
          </pc:sldLayoutMkLst>
        </pc:sldLayoutChg>
        <pc:sldLayoutChg chg="add del">
          <pc:chgData name="Varsha Annamalai (She/Her/Hers)" userId="S::v_annamalai@uncg.edu::4b9be706-bf0a-459b-af26-9290bef75fc1" providerId="AD" clId="Web-{07585AD9-C5B3-6E98-A84F-3C9ABF0F8FA7}" dt="2024-11-20T19:58:00.572" v="27"/>
          <pc:sldLayoutMkLst>
            <pc:docMk/>
            <pc:sldMasterMk cId="795488298" sldId="2147483685"/>
            <pc:sldLayoutMk cId="84596958" sldId="2147483678"/>
          </pc:sldLayoutMkLst>
        </pc:sldLayoutChg>
        <pc:sldLayoutChg chg="add del">
          <pc:chgData name="Varsha Annamalai (She/Her/Hers)" userId="S::v_annamalai@uncg.edu::4b9be706-bf0a-459b-af26-9290bef75fc1" providerId="AD" clId="Web-{07585AD9-C5B3-6E98-A84F-3C9ABF0F8FA7}" dt="2024-11-20T19:58:00.572" v="27"/>
          <pc:sldLayoutMkLst>
            <pc:docMk/>
            <pc:sldMasterMk cId="795488298" sldId="2147483685"/>
            <pc:sldLayoutMk cId="1667876581" sldId="2147483679"/>
          </pc:sldLayoutMkLst>
        </pc:sldLayoutChg>
        <pc:sldLayoutChg chg="add del">
          <pc:chgData name="Varsha Annamalai (She/Her/Hers)" userId="S::v_annamalai@uncg.edu::4b9be706-bf0a-459b-af26-9290bef75fc1" providerId="AD" clId="Web-{07585AD9-C5B3-6E98-A84F-3C9ABF0F8FA7}" dt="2024-11-20T19:58:00.572" v="27"/>
          <pc:sldLayoutMkLst>
            <pc:docMk/>
            <pc:sldMasterMk cId="795488298" sldId="2147483685"/>
            <pc:sldLayoutMk cId="1721587716" sldId="2147483680"/>
          </pc:sldLayoutMkLst>
        </pc:sldLayoutChg>
        <pc:sldLayoutChg chg="add del">
          <pc:chgData name="Varsha Annamalai (She/Her/Hers)" userId="S::v_annamalai@uncg.edu::4b9be706-bf0a-459b-af26-9290bef75fc1" providerId="AD" clId="Web-{07585AD9-C5B3-6E98-A84F-3C9ABF0F8FA7}" dt="2024-11-20T19:58:00.572" v="27"/>
          <pc:sldLayoutMkLst>
            <pc:docMk/>
            <pc:sldMasterMk cId="795488298" sldId="2147483685"/>
            <pc:sldLayoutMk cId="2730470024" sldId="2147483681"/>
          </pc:sldLayoutMkLst>
        </pc:sldLayoutChg>
        <pc:sldLayoutChg chg="add del">
          <pc:chgData name="Varsha Annamalai (She/Her/Hers)" userId="S::v_annamalai@uncg.edu::4b9be706-bf0a-459b-af26-9290bef75fc1" providerId="AD" clId="Web-{07585AD9-C5B3-6E98-A84F-3C9ABF0F8FA7}" dt="2024-11-20T19:58:00.572" v="27"/>
          <pc:sldLayoutMkLst>
            <pc:docMk/>
            <pc:sldMasterMk cId="795488298" sldId="2147483685"/>
            <pc:sldLayoutMk cId="3558986832" sldId="2147483682"/>
          </pc:sldLayoutMkLst>
        </pc:sldLayoutChg>
        <pc:sldLayoutChg chg="add del">
          <pc:chgData name="Varsha Annamalai (She/Her/Hers)" userId="S::v_annamalai@uncg.edu::4b9be706-bf0a-459b-af26-9290bef75fc1" providerId="AD" clId="Web-{07585AD9-C5B3-6E98-A84F-3C9ABF0F8FA7}" dt="2024-11-20T19:58:00.572" v="27"/>
          <pc:sldLayoutMkLst>
            <pc:docMk/>
            <pc:sldMasterMk cId="795488298" sldId="2147483685"/>
            <pc:sldLayoutMk cId="1595561099" sldId="2147483683"/>
          </pc:sldLayoutMkLst>
        </pc:sldLayoutChg>
        <pc:sldLayoutChg chg="add del">
          <pc:chgData name="Varsha Annamalai (She/Her/Hers)" userId="S::v_annamalai@uncg.edu::4b9be706-bf0a-459b-af26-9290bef75fc1" providerId="AD" clId="Web-{07585AD9-C5B3-6E98-A84F-3C9ABF0F8FA7}" dt="2024-11-20T19:58:00.572" v="27"/>
          <pc:sldLayoutMkLst>
            <pc:docMk/>
            <pc:sldMasterMk cId="795488298" sldId="2147483685"/>
            <pc:sldLayoutMk cId="3074494004" sldId="2147483684"/>
          </pc:sldLayoutMkLst>
        </pc:sldLayoutChg>
      </pc:sldMasterChg>
      <pc:sldMasterChg chg="add del addSldLayout delSldLayout modSldLayout">
        <pc:chgData name="Varsha Annamalai (She/Her/Hers)" userId="S::v_annamalai@uncg.edu::4b9be706-bf0a-459b-af26-9290bef75fc1" providerId="AD" clId="Web-{07585AD9-C5B3-6E98-A84F-3C9ABF0F8FA7}" dt="2024-11-20T19:55:43.474" v="14"/>
        <pc:sldMasterMkLst>
          <pc:docMk/>
          <pc:sldMasterMk cId="1709040872" sldId="2147483696"/>
        </pc:sldMasterMkLst>
        <pc:sldLayoutChg chg="add del mod replId">
          <pc:chgData name="Varsha Annamalai (She/Her/Hers)" userId="S::v_annamalai@uncg.edu::4b9be706-bf0a-459b-af26-9290bef75fc1" providerId="AD" clId="Web-{07585AD9-C5B3-6E98-A84F-3C9ABF0F8FA7}" dt="2024-11-20T19:55:43.474" v="14"/>
          <pc:sldLayoutMkLst>
            <pc:docMk/>
            <pc:sldMasterMk cId="1709040872" sldId="2147483696"/>
            <pc:sldLayoutMk cId="3629982515" sldId="2147483697"/>
          </pc:sldLayoutMkLst>
        </pc:sldLayoutChg>
        <pc:sldLayoutChg chg="add del mod replId">
          <pc:chgData name="Varsha Annamalai (She/Her/Hers)" userId="S::v_annamalai@uncg.edu::4b9be706-bf0a-459b-af26-9290bef75fc1" providerId="AD" clId="Web-{07585AD9-C5B3-6E98-A84F-3C9ABF0F8FA7}" dt="2024-11-20T19:55:43.474" v="14"/>
          <pc:sldLayoutMkLst>
            <pc:docMk/>
            <pc:sldMasterMk cId="1709040872" sldId="2147483696"/>
            <pc:sldLayoutMk cId="1931415843" sldId="2147483698"/>
          </pc:sldLayoutMkLst>
        </pc:sldLayoutChg>
        <pc:sldLayoutChg chg="add del mod replId">
          <pc:chgData name="Varsha Annamalai (She/Her/Hers)" userId="S::v_annamalai@uncg.edu::4b9be706-bf0a-459b-af26-9290bef75fc1" providerId="AD" clId="Web-{07585AD9-C5B3-6E98-A84F-3C9ABF0F8FA7}" dt="2024-11-20T19:55:43.474" v="14"/>
          <pc:sldLayoutMkLst>
            <pc:docMk/>
            <pc:sldMasterMk cId="1709040872" sldId="2147483696"/>
            <pc:sldLayoutMk cId="3344127517" sldId="2147483699"/>
          </pc:sldLayoutMkLst>
        </pc:sldLayoutChg>
        <pc:sldLayoutChg chg="add del mod replId">
          <pc:chgData name="Varsha Annamalai (She/Her/Hers)" userId="S::v_annamalai@uncg.edu::4b9be706-bf0a-459b-af26-9290bef75fc1" providerId="AD" clId="Web-{07585AD9-C5B3-6E98-A84F-3C9ABF0F8FA7}" dt="2024-11-20T19:55:43.474" v="14"/>
          <pc:sldLayoutMkLst>
            <pc:docMk/>
            <pc:sldMasterMk cId="1709040872" sldId="2147483696"/>
            <pc:sldLayoutMk cId="2360378976" sldId="2147483700"/>
          </pc:sldLayoutMkLst>
        </pc:sldLayoutChg>
        <pc:sldLayoutChg chg="add del mod replId">
          <pc:chgData name="Varsha Annamalai (She/Her/Hers)" userId="S::v_annamalai@uncg.edu::4b9be706-bf0a-459b-af26-9290bef75fc1" providerId="AD" clId="Web-{07585AD9-C5B3-6E98-A84F-3C9ABF0F8FA7}" dt="2024-11-20T19:55:43.474" v="14"/>
          <pc:sldLayoutMkLst>
            <pc:docMk/>
            <pc:sldMasterMk cId="1709040872" sldId="2147483696"/>
            <pc:sldLayoutMk cId="3539904146" sldId="2147483701"/>
          </pc:sldLayoutMkLst>
        </pc:sldLayoutChg>
        <pc:sldLayoutChg chg="add del mod replId">
          <pc:chgData name="Varsha Annamalai (She/Her/Hers)" userId="S::v_annamalai@uncg.edu::4b9be706-bf0a-459b-af26-9290bef75fc1" providerId="AD" clId="Web-{07585AD9-C5B3-6E98-A84F-3C9ABF0F8FA7}" dt="2024-11-20T19:55:43.474" v="14"/>
          <pc:sldLayoutMkLst>
            <pc:docMk/>
            <pc:sldMasterMk cId="1709040872" sldId="2147483696"/>
            <pc:sldLayoutMk cId="3218599090" sldId="2147483702"/>
          </pc:sldLayoutMkLst>
        </pc:sldLayoutChg>
        <pc:sldLayoutChg chg="add del mod replId">
          <pc:chgData name="Varsha Annamalai (She/Her/Hers)" userId="S::v_annamalai@uncg.edu::4b9be706-bf0a-459b-af26-9290bef75fc1" providerId="AD" clId="Web-{07585AD9-C5B3-6E98-A84F-3C9ABF0F8FA7}" dt="2024-11-20T19:55:43.474" v="14"/>
          <pc:sldLayoutMkLst>
            <pc:docMk/>
            <pc:sldMasterMk cId="1709040872" sldId="2147483696"/>
            <pc:sldLayoutMk cId="2672304861" sldId="2147483703"/>
          </pc:sldLayoutMkLst>
        </pc:sldLayoutChg>
        <pc:sldLayoutChg chg="add del mod replId">
          <pc:chgData name="Varsha Annamalai (She/Her/Hers)" userId="S::v_annamalai@uncg.edu::4b9be706-bf0a-459b-af26-9290bef75fc1" providerId="AD" clId="Web-{07585AD9-C5B3-6E98-A84F-3C9ABF0F8FA7}" dt="2024-11-20T19:55:43.474" v="14"/>
          <pc:sldLayoutMkLst>
            <pc:docMk/>
            <pc:sldMasterMk cId="1709040872" sldId="2147483696"/>
            <pc:sldLayoutMk cId="4208971688" sldId="2147483704"/>
          </pc:sldLayoutMkLst>
        </pc:sldLayoutChg>
        <pc:sldLayoutChg chg="add del mod replId">
          <pc:chgData name="Varsha Annamalai (She/Her/Hers)" userId="S::v_annamalai@uncg.edu::4b9be706-bf0a-459b-af26-9290bef75fc1" providerId="AD" clId="Web-{07585AD9-C5B3-6E98-A84F-3C9ABF0F8FA7}" dt="2024-11-20T19:55:43.474" v="14"/>
          <pc:sldLayoutMkLst>
            <pc:docMk/>
            <pc:sldMasterMk cId="1709040872" sldId="2147483696"/>
            <pc:sldLayoutMk cId="4156066161" sldId="2147483705"/>
          </pc:sldLayoutMkLst>
        </pc:sldLayoutChg>
        <pc:sldLayoutChg chg="add del mod replId">
          <pc:chgData name="Varsha Annamalai (She/Her/Hers)" userId="S::v_annamalai@uncg.edu::4b9be706-bf0a-459b-af26-9290bef75fc1" providerId="AD" clId="Web-{07585AD9-C5B3-6E98-A84F-3C9ABF0F8FA7}" dt="2024-11-20T19:55:43.474" v="14"/>
          <pc:sldLayoutMkLst>
            <pc:docMk/>
            <pc:sldMasterMk cId="1709040872" sldId="2147483696"/>
            <pc:sldLayoutMk cId="4115274405" sldId="2147483706"/>
          </pc:sldLayoutMkLst>
        </pc:sldLayoutChg>
        <pc:sldLayoutChg chg="add del mod replId">
          <pc:chgData name="Varsha Annamalai (She/Her/Hers)" userId="S::v_annamalai@uncg.edu::4b9be706-bf0a-459b-af26-9290bef75fc1" providerId="AD" clId="Web-{07585AD9-C5B3-6E98-A84F-3C9ABF0F8FA7}" dt="2024-11-20T19:55:43.474" v="14"/>
          <pc:sldLayoutMkLst>
            <pc:docMk/>
            <pc:sldMasterMk cId="1709040872" sldId="2147483696"/>
            <pc:sldLayoutMk cId="2379952757" sldId="2147483707"/>
          </pc:sldLayoutMkLst>
        </pc:sldLayoutChg>
      </pc:sldMasterChg>
      <pc:sldMasterChg chg="add del addSldLayout delSldLayout">
        <pc:chgData name="Varsha Annamalai (She/Her/Hers)" userId="S::v_annamalai@uncg.edu::4b9be706-bf0a-459b-af26-9290bef75fc1" providerId="AD" clId="Web-{07585AD9-C5B3-6E98-A84F-3C9ABF0F8FA7}" dt="2024-11-20T19:58:27.651" v="31"/>
        <pc:sldMasterMkLst>
          <pc:docMk/>
          <pc:sldMasterMk cId="241070003" sldId="2147483698"/>
        </pc:sldMasterMkLst>
        <pc:sldLayoutChg chg="add del">
          <pc:chgData name="Varsha Annamalai (She/Her/Hers)" userId="S::v_annamalai@uncg.edu::4b9be706-bf0a-459b-af26-9290bef75fc1" providerId="AD" clId="Web-{07585AD9-C5B3-6E98-A84F-3C9ABF0F8FA7}" dt="2024-11-20T19:58:27.651" v="31"/>
          <pc:sldLayoutMkLst>
            <pc:docMk/>
            <pc:sldMasterMk cId="241070003" sldId="2147483698"/>
            <pc:sldLayoutMk cId="3103286117" sldId="2147483687"/>
          </pc:sldLayoutMkLst>
        </pc:sldLayoutChg>
        <pc:sldLayoutChg chg="add del">
          <pc:chgData name="Varsha Annamalai (She/Her/Hers)" userId="S::v_annamalai@uncg.edu::4b9be706-bf0a-459b-af26-9290bef75fc1" providerId="AD" clId="Web-{07585AD9-C5B3-6E98-A84F-3C9ABF0F8FA7}" dt="2024-11-20T19:58:27.651" v="31"/>
          <pc:sldLayoutMkLst>
            <pc:docMk/>
            <pc:sldMasterMk cId="241070003" sldId="2147483698"/>
            <pc:sldLayoutMk cId="3305401137" sldId="2147483688"/>
          </pc:sldLayoutMkLst>
        </pc:sldLayoutChg>
        <pc:sldLayoutChg chg="add del">
          <pc:chgData name="Varsha Annamalai (She/Her/Hers)" userId="S::v_annamalai@uncg.edu::4b9be706-bf0a-459b-af26-9290bef75fc1" providerId="AD" clId="Web-{07585AD9-C5B3-6E98-A84F-3C9ABF0F8FA7}" dt="2024-11-20T19:58:27.651" v="31"/>
          <pc:sldLayoutMkLst>
            <pc:docMk/>
            <pc:sldMasterMk cId="241070003" sldId="2147483698"/>
            <pc:sldLayoutMk cId="3936756859" sldId="2147483689"/>
          </pc:sldLayoutMkLst>
        </pc:sldLayoutChg>
        <pc:sldLayoutChg chg="add del">
          <pc:chgData name="Varsha Annamalai (She/Her/Hers)" userId="S::v_annamalai@uncg.edu::4b9be706-bf0a-459b-af26-9290bef75fc1" providerId="AD" clId="Web-{07585AD9-C5B3-6E98-A84F-3C9ABF0F8FA7}" dt="2024-11-20T19:58:27.651" v="31"/>
          <pc:sldLayoutMkLst>
            <pc:docMk/>
            <pc:sldMasterMk cId="241070003" sldId="2147483698"/>
            <pc:sldLayoutMk cId="3302687064" sldId="2147483690"/>
          </pc:sldLayoutMkLst>
        </pc:sldLayoutChg>
        <pc:sldLayoutChg chg="add del">
          <pc:chgData name="Varsha Annamalai (She/Her/Hers)" userId="S::v_annamalai@uncg.edu::4b9be706-bf0a-459b-af26-9290bef75fc1" providerId="AD" clId="Web-{07585AD9-C5B3-6E98-A84F-3C9ABF0F8FA7}" dt="2024-11-20T19:58:27.651" v="31"/>
          <pc:sldLayoutMkLst>
            <pc:docMk/>
            <pc:sldMasterMk cId="241070003" sldId="2147483698"/>
            <pc:sldLayoutMk cId="1549527079" sldId="2147483691"/>
          </pc:sldLayoutMkLst>
        </pc:sldLayoutChg>
        <pc:sldLayoutChg chg="add del">
          <pc:chgData name="Varsha Annamalai (She/Her/Hers)" userId="S::v_annamalai@uncg.edu::4b9be706-bf0a-459b-af26-9290bef75fc1" providerId="AD" clId="Web-{07585AD9-C5B3-6E98-A84F-3C9ABF0F8FA7}" dt="2024-11-20T19:58:27.651" v="31"/>
          <pc:sldLayoutMkLst>
            <pc:docMk/>
            <pc:sldMasterMk cId="241070003" sldId="2147483698"/>
            <pc:sldLayoutMk cId="320695316" sldId="2147483692"/>
          </pc:sldLayoutMkLst>
        </pc:sldLayoutChg>
        <pc:sldLayoutChg chg="add del">
          <pc:chgData name="Varsha Annamalai (She/Her/Hers)" userId="S::v_annamalai@uncg.edu::4b9be706-bf0a-459b-af26-9290bef75fc1" providerId="AD" clId="Web-{07585AD9-C5B3-6E98-A84F-3C9ABF0F8FA7}" dt="2024-11-20T19:58:27.651" v="31"/>
          <pc:sldLayoutMkLst>
            <pc:docMk/>
            <pc:sldMasterMk cId="241070003" sldId="2147483698"/>
            <pc:sldLayoutMk cId="811996225" sldId="2147483693"/>
          </pc:sldLayoutMkLst>
        </pc:sldLayoutChg>
        <pc:sldLayoutChg chg="add del">
          <pc:chgData name="Varsha Annamalai (She/Her/Hers)" userId="S::v_annamalai@uncg.edu::4b9be706-bf0a-459b-af26-9290bef75fc1" providerId="AD" clId="Web-{07585AD9-C5B3-6E98-A84F-3C9ABF0F8FA7}" dt="2024-11-20T19:58:27.651" v="31"/>
          <pc:sldLayoutMkLst>
            <pc:docMk/>
            <pc:sldMasterMk cId="241070003" sldId="2147483698"/>
            <pc:sldLayoutMk cId="1705167259" sldId="2147483694"/>
          </pc:sldLayoutMkLst>
        </pc:sldLayoutChg>
        <pc:sldLayoutChg chg="add del">
          <pc:chgData name="Varsha Annamalai (She/Her/Hers)" userId="S::v_annamalai@uncg.edu::4b9be706-bf0a-459b-af26-9290bef75fc1" providerId="AD" clId="Web-{07585AD9-C5B3-6E98-A84F-3C9ABF0F8FA7}" dt="2024-11-20T19:58:27.651" v="31"/>
          <pc:sldLayoutMkLst>
            <pc:docMk/>
            <pc:sldMasterMk cId="241070003" sldId="2147483698"/>
            <pc:sldLayoutMk cId="3205991478" sldId="2147483695"/>
          </pc:sldLayoutMkLst>
        </pc:sldLayoutChg>
        <pc:sldLayoutChg chg="add del">
          <pc:chgData name="Varsha Annamalai (She/Her/Hers)" userId="S::v_annamalai@uncg.edu::4b9be706-bf0a-459b-af26-9290bef75fc1" providerId="AD" clId="Web-{07585AD9-C5B3-6E98-A84F-3C9ABF0F8FA7}" dt="2024-11-20T19:58:27.651" v="31"/>
          <pc:sldLayoutMkLst>
            <pc:docMk/>
            <pc:sldMasterMk cId="241070003" sldId="2147483698"/>
            <pc:sldLayoutMk cId="2496931142" sldId="2147483696"/>
          </pc:sldLayoutMkLst>
        </pc:sldLayoutChg>
        <pc:sldLayoutChg chg="add del">
          <pc:chgData name="Varsha Annamalai (She/Her/Hers)" userId="S::v_annamalai@uncg.edu::4b9be706-bf0a-459b-af26-9290bef75fc1" providerId="AD" clId="Web-{07585AD9-C5B3-6E98-A84F-3C9ABF0F8FA7}" dt="2024-11-20T19:58:27.651" v="31"/>
          <pc:sldLayoutMkLst>
            <pc:docMk/>
            <pc:sldMasterMk cId="241070003" sldId="2147483698"/>
            <pc:sldLayoutMk cId="4085024038" sldId="2147483697"/>
          </pc:sldLayoutMkLst>
        </pc:sldLayoutChg>
      </pc:sldMasterChg>
      <pc:sldMasterChg chg="add del addSldLayout delSldLayout modSldLayout">
        <pc:chgData name="Varsha Annamalai (She/Her/Hers)" userId="S::v_annamalai@uncg.edu::4b9be706-bf0a-459b-af26-9290bef75fc1" providerId="AD" clId="Web-{07585AD9-C5B3-6E98-A84F-3C9ABF0F8FA7}" dt="2024-11-20T19:55:42.661" v="13"/>
        <pc:sldMasterMkLst>
          <pc:docMk/>
          <pc:sldMasterMk cId="3442692225" sldId="2147483708"/>
        </pc:sldMasterMkLst>
        <pc:sldLayoutChg chg="add del mod replId">
          <pc:chgData name="Varsha Annamalai (She/Her/Hers)" userId="S::v_annamalai@uncg.edu::4b9be706-bf0a-459b-af26-9290bef75fc1" providerId="AD" clId="Web-{07585AD9-C5B3-6E98-A84F-3C9ABF0F8FA7}" dt="2024-11-20T19:55:42.661" v="13"/>
          <pc:sldLayoutMkLst>
            <pc:docMk/>
            <pc:sldMasterMk cId="3442692225" sldId="2147483708"/>
            <pc:sldLayoutMk cId="1241461383" sldId="2147483709"/>
          </pc:sldLayoutMkLst>
        </pc:sldLayoutChg>
        <pc:sldLayoutChg chg="add del mod replId">
          <pc:chgData name="Varsha Annamalai (She/Her/Hers)" userId="S::v_annamalai@uncg.edu::4b9be706-bf0a-459b-af26-9290bef75fc1" providerId="AD" clId="Web-{07585AD9-C5B3-6E98-A84F-3C9ABF0F8FA7}" dt="2024-11-20T19:55:42.661" v="13"/>
          <pc:sldLayoutMkLst>
            <pc:docMk/>
            <pc:sldMasterMk cId="3442692225" sldId="2147483708"/>
            <pc:sldLayoutMk cId="2285262497" sldId="2147483710"/>
          </pc:sldLayoutMkLst>
        </pc:sldLayoutChg>
        <pc:sldLayoutChg chg="add del mod replId">
          <pc:chgData name="Varsha Annamalai (She/Her/Hers)" userId="S::v_annamalai@uncg.edu::4b9be706-bf0a-459b-af26-9290bef75fc1" providerId="AD" clId="Web-{07585AD9-C5B3-6E98-A84F-3C9ABF0F8FA7}" dt="2024-11-20T19:55:42.661" v="13"/>
          <pc:sldLayoutMkLst>
            <pc:docMk/>
            <pc:sldMasterMk cId="3442692225" sldId="2147483708"/>
            <pc:sldLayoutMk cId="3171226440" sldId="2147483711"/>
          </pc:sldLayoutMkLst>
        </pc:sldLayoutChg>
        <pc:sldLayoutChg chg="add del mod replId">
          <pc:chgData name="Varsha Annamalai (She/Her/Hers)" userId="S::v_annamalai@uncg.edu::4b9be706-bf0a-459b-af26-9290bef75fc1" providerId="AD" clId="Web-{07585AD9-C5B3-6E98-A84F-3C9ABF0F8FA7}" dt="2024-11-20T19:55:42.661" v="13"/>
          <pc:sldLayoutMkLst>
            <pc:docMk/>
            <pc:sldMasterMk cId="3442692225" sldId="2147483708"/>
            <pc:sldLayoutMk cId="2917401602" sldId="2147483712"/>
          </pc:sldLayoutMkLst>
        </pc:sldLayoutChg>
        <pc:sldLayoutChg chg="add del mod replId">
          <pc:chgData name="Varsha Annamalai (She/Her/Hers)" userId="S::v_annamalai@uncg.edu::4b9be706-bf0a-459b-af26-9290bef75fc1" providerId="AD" clId="Web-{07585AD9-C5B3-6E98-A84F-3C9ABF0F8FA7}" dt="2024-11-20T19:55:42.661" v="13"/>
          <pc:sldLayoutMkLst>
            <pc:docMk/>
            <pc:sldMasterMk cId="3442692225" sldId="2147483708"/>
            <pc:sldLayoutMk cId="2291438442" sldId="2147483713"/>
          </pc:sldLayoutMkLst>
        </pc:sldLayoutChg>
        <pc:sldLayoutChg chg="add del mod replId">
          <pc:chgData name="Varsha Annamalai (She/Her/Hers)" userId="S::v_annamalai@uncg.edu::4b9be706-bf0a-459b-af26-9290bef75fc1" providerId="AD" clId="Web-{07585AD9-C5B3-6E98-A84F-3C9ABF0F8FA7}" dt="2024-11-20T19:55:42.661" v="13"/>
          <pc:sldLayoutMkLst>
            <pc:docMk/>
            <pc:sldMasterMk cId="3442692225" sldId="2147483708"/>
            <pc:sldLayoutMk cId="3886156203" sldId="2147483714"/>
          </pc:sldLayoutMkLst>
        </pc:sldLayoutChg>
        <pc:sldLayoutChg chg="add del mod replId">
          <pc:chgData name="Varsha Annamalai (She/Her/Hers)" userId="S::v_annamalai@uncg.edu::4b9be706-bf0a-459b-af26-9290bef75fc1" providerId="AD" clId="Web-{07585AD9-C5B3-6E98-A84F-3C9ABF0F8FA7}" dt="2024-11-20T19:55:42.661" v="13"/>
          <pc:sldLayoutMkLst>
            <pc:docMk/>
            <pc:sldMasterMk cId="3442692225" sldId="2147483708"/>
            <pc:sldLayoutMk cId="251048499" sldId="2147483715"/>
          </pc:sldLayoutMkLst>
        </pc:sldLayoutChg>
        <pc:sldLayoutChg chg="add del mod replId">
          <pc:chgData name="Varsha Annamalai (She/Her/Hers)" userId="S::v_annamalai@uncg.edu::4b9be706-bf0a-459b-af26-9290bef75fc1" providerId="AD" clId="Web-{07585AD9-C5B3-6E98-A84F-3C9ABF0F8FA7}" dt="2024-11-20T19:55:42.661" v="13"/>
          <pc:sldLayoutMkLst>
            <pc:docMk/>
            <pc:sldMasterMk cId="3442692225" sldId="2147483708"/>
            <pc:sldLayoutMk cId="896518336" sldId="2147483716"/>
          </pc:sldLayoutMkLst>
        </pc:sldLayoutChg>
        <pc:sldLayoutChg chg="add del mod replId">
          <pc:chgData name="Varsha Annamalai (She/Her/Hers)" userId="S::v_annamalai@uncg.edu::4b9be706-bf0a-459b-af26-9290bef75fc1" providerId="AD" clId="Web-{07585AD9-C5B3-6E98-A84F-3C9ABF0F8FA7}" dt="2024-11-20T19:55:42.661" v="13"/>
          <pc:sldLayoutMkLst>
            <pc:docMk/>
            <pc:sldMasterMk cId="3442692225" sldId="2147483708"/>
            <pc:sldLayoutMk cId="1065633695" sldId="2147483717"/>
          </pc:sldLayoutMkLst>
        </pc:sldLayoutChg>
        <pc:sldLayoutChg chg="add del mod replId">
          <pc:chgData name="Varsha Annamalai (She/Her/Hers)" userId="S::v_annamalai@uncg.edu::4b9be706-bf0a-459b-af26-9290bef75fc1" providerId="AD" clId="Web-{07585AD9-C5B3-6E98-A84F-3C9ABF0F8FA7}" dt="2024-11-20T19:55:42.661" v="13"/>
          <pc:sldLayoutMkLst>
            <pc:docMk/>
            <pc:sldMasterMk cId="3442692225" sldId="2147483708"/>
            <pc:sldLayoutMk cId="4037127975" sldId="2147483718"/>
          </pc:sldLayoutMkLst>
        </pc:sldLayoutChg>
        <pc:sldLayoutChg chg="add del mod replId">
          <pc:chgData name="Varsha Annamalai (She/Her/Hers)" userId="S::v_annamalai@uncg.edu::4b9be706-bf0a-459b-af26-9290bef75fc1" providerId="AD" clId="Web-{07585AD9-C5B3-6E98-A84F-3C9ABF0F8FA7}" dt="2024-11-20T19:55:42.661" v="13"/>
          <pc:sldLayoutMkLst>
            <pc:docMk/>
            <pc:sldMasterMk cId="3442692225" sldId="2147483708"/>
            <pc:sldLayoutMk cId="2404234343" sldId="2147483719"/>
          </pc:sldLayoutMkLst>
        </pc:sldLayoutChg>
        <pc:sldLayoutChg chg="add del mod replId">
          <pc:chgData name="Varsha Annamalai (She/Her/Hers)" userId="S::v_annamalai@uncg.edu::4b9be706-bf0a-459b-af26-9290bef75fc1" providerId="AD" clId="Web-{07585AD9-C5B3-6E98-A84F-3C9ABF0F8FA7}" dt="2024-11-20T19:55:42.661" v="13"/>
          <pc:sldLayoutMkLst>
            <pc:docMk/>
            <pc:sldMasterMk cId="3442692225" sldId="2147483708"/>
            <pc:sldLayoutMk cId="2402060646" sldId="2147483720"/>
          </pc:sldLayoutMkLst>
        </pc:sldLayoutChg>
        <pc:sldLayoutChg chg="add del mod replId">
          <pc:chgData name="Varsha Annamalai (She/Her/Hers)" userId="S::v_annamalai@uncg.edu::4b9be706-bf0a-459b-af26-9290bef75fc1" providerId="AD" clId="Web-{07585AD9-C5B3-6E98-A84F-3C9ABF0F8FA7}" dt="2024-11-20T19:55:42.661" v="13"/>
          <pc:sldLayoutMkLst>
            <pc:docMk/>
            <pc:sldMasterMk cId="3442692225" sldId="2147483708"/>
            <pc:sldLayoutMk cId="339567177" sldId="2147483721"/>
          </pc:sldLayoutMkLst>
        </pc:sldLayoutChg>
        <pc:sldLayoutChg chg="add del mod replId">
          <pc:chgData name="Varsha Annamalai (She/Her/Hers)" userId="S::v_annamalai@uncg.edu::4b9be706-bf0a-459b-af26-9290bef75fc1" providerId="AD" clId="Web-{07585AD9-C5B3-6E98-A84F-3C9ABF0F8FA7}" dt="2024-11-20T19:55:42.661" v="13"/>
          <pc:sldLayoutMkLst>
            <pc:docMk/>
            <pc:sldMasterMk cId="3442692225" sldId="2147483708"/>
            <pc:sldLayoutMk cId="2879306336" sldId="2147483722"/>
          </pc:sldLayoutMkLst>
        </pc:sldLayoutChg>
        <pc:sldLayoutChg chg="add del mod replId">
          <pc:chgData name="Varsha Annamalai (She/Her/Hers)" userId="S::v_annamalai@uncg.edu::4b9be706-bf0a-459b-af26-9290bef75fc1" providerId="AD" clId="Web-{07585AD9-C5B3-6E98-A84F-3C9ABF0F8FA7}" dt="2024-11-20T19:55:42.661" v="13"/>
          <pc:sldLayoutMkLst>
            <pc:docMk/>
            <pc:sldMasterMk cId="3442692225" sldId="2147483708"/>
            <pc:sldLayoutMk cId="3147206726" sldId="2147483723"/>
          </pc:sldLayoutMkLst>
        </pc:sldLayoutChg>
        <pc:sldLayoutChg chg="add del mod replId">
          <pc:chgData name="Varsha Annamalai (She/Her/Hers)" userId="S::v_annamalai@uncg.edu::4b9be706-bf0a-459b-af26-9290bef75fc1" providerId="AD" clId="Web-{07585AD9-C5B3-6E98-A84F-3C9ABF0F8FA7}" dt="2024-11-20T19:55:42.661" v="13"/>
          <pc:sldLayoutMkLst>
            <pc:docMk/>
            <pc:sldMasterMk cId="3442692225" sldId="2147483708"/>
            <pc:sldLayoutMk cId="4256452017" sldId="2147483724"/>
          </pc:sldLayoutMkLst>
        </pc:sldLayoutChg>
        <pc:sldLayoutChg chg="add del mod replId">
          <pc:chgData name="Varsha Annamalai (She/Her/Hers)" userId="S::v_annamalai@uncg.edu::4b9be706-bf0a-459b-af26-9290bef75fc1" providerId="AD" clId="Web-{07585AD9-C5B3-6E98-A84F-3C9ABF0F8FA7}" dt="2024-11-20T19:55:42.661" v="13"/>
          <pc:sldLayoutMkLst>
            <pc:docMk/>
            <pc:sldMasterMk cId="3442692225" sldId="2147483708"/>
            <pc:sldLayoutMk cId="1709774620" sldId="2147483725"/>
          </pc:sldLayoutMkLst>
        </pc:sldLayoutChg>
      </pc:sldMasterChg>
      <pc:sldMasterChg chg="add del addSldLayout delSldLayout">
        <pc:chgData name="Varsha Annamalai (She/Her/Hers)" userId="S::v_annamalai@uncg.edu::4b9be706-bf0a-459b-af26-9290bef75fc1" providerId="AD" clId="Web-{07585AD9-C5B3-6E98-A84F-3C9ABF0F8FA7}" dt="2024-11-20T19:52:08.123" v="3"/>
        <pc:sldMasterMkLst>
          <pc:docMk/>
          <pc:sldMasterMk cId="2311360049" sldId="2147483724"/>
        </pc:sldMasterMkLst>
        <pc:sldLayoutChg chg="add del">
          <pc:chgData name="Varsha Annamalai (She/Her/Hers)" userId="S::v_annamalai@uncg.edu::4b9be706-bf0a-459b-af26-9290bef75fc1" providerId="AD" clId="Web-{07585AD9-C5B3-6E98-A84F-3C9ABF0F8FA7}" dt="2024-11-20T19:52:08.123" v="3"/>
          <pc:sldLayoutMkLst>
            <pc:docMk/>
            <pc:sldMasterMk cId="2311360049" sldId="2147483724"/>
            <pc:sldLayoutMk cId="97680442" sldId="2147483713"/>
          </pc:sldLayoutMkLst>
        </pc:sldLayoutChg>
        <pc:sldLayoutChg chg="add del">
          <pc:chgData name="Varsha Annamalai (She/Her/Hers)" userId="S::v_annamalai@uncg.edu::4b9be706-bf0a-459b-af26-9290bef75fc1" providerId="AD" clId="Web-{07585AD9-C5B3-6E98-A84F-3C9ABF0F8FA7}" dt="2024-11-20T19:52:08.123" v="3"/>
          <pc:sldLayoutMkLst>
            <pc:docMk/>
            <pc:sldMasterMk cId="2311360049" sldId="2147483724"/>
            <pc:sldLayoutMk cId="468328692" sldId="2147483714"/>
          </pc:sldLayoutMkLst>
        </pc:sldLayoutChg>
        <pc:sldLayoutChg chg="add del">
          <pc:chgData name="Varsha Annamalai (She/Her/Hers)" userId="S::v_annamalai@uncg.edu::4b9be706-bf0a-459b-af26-9290bef75fc1" providerId="AD" clId="Web-{07585AD9-C5B3-6E98-A84F-3C9ABF0F8FA7}" dt="2024-11-20T19:52:08.123" v="3"/>
          <pc:sldLayoutMkLst>
            <pc:docMk/>
            <pc:sldMasterMk cId="2311360049" sldId="2147483724"/>
            <pc:sldLayoutMk cId="4196161913" sldId="2147483715"/>
          </pc:sldLayoutMkLst>
        </pc:sldLayoutChg>
        <pc:sldLayoutChg chg="add del">
          <pc:chgData name="Varsha Annamalai (She/Her/Hers)" userId="S::v_annamalai@uncg.edu::4b9be706-bf0a-459b-af26-9290bef75fc1" providerId="AD" clId="Web-{07585AD9-C5B3-6E98-A84F-3C9ABF0F8FA7}" dt="2024-11-20T19:52:08.123" v="3"/>
          <pc:sldLayoutMkLst>
            <pc:docMk/>
            <pc:sldMasterMk cId="2311360049" sldId="2147483724"/>
            <pc:sldLayoutMk cId="513979492" sldId="2147483716"/>
          </pc:sldLayoutMkLst>
        </pc:sldLayoutChg>
        <pc:sldLayoutChg chg="add del">
          <pc:chgData name="Varsha Annamalai (She/Her/Hers)" userId="S::v_annamalai@uncg.edu::4b9be706-bf0a-459b-af26-9290bef75fc1" providerId="AD" clId="Web-{07585AD9-C5B3-6E98-A84F-3C9ABF0F8FA7}" dt="2024-11-20T19:52:08.123" v="3"/>
          <pc:sldLayoutMkLst>
            <pc:docMk/>
            <pc:sldMasterMk cId="2311360049" sldId="2147483724"/>
            <pc:sldLayoutMk cId="787505802" sldId="2147483717"/>
          </pc:sldLayoutMkLst>
        </pc:sldLayoutChg>
        <pc:sldLayoutChg chg="add del">
          <pc:chgData name="Varsha Annamalai (She/Her/Hers)" userId="S::v_annamalai@uncg.edu::4b9be706-bf0a-459b-af26-9290bef75fc1" providerId="AD" clId="Web-{07585AD9-C5B3-6E98-A84F-3C9ABF0F8FA7}" dt="2024-11-20T19:52:08.123" v="3"/>
          <pc:sldLayoutMkLst>
            <pc:docMk/>
            <pc:sldMasterMk cId="2311360049" sldId="2147483724"/>
            <pc:sldLayoutMk cId="4112333251" sldId="2147483718"/>
          </pc:sldLayoutMkLst>
        </pc:sldLayoutChg>
        <pc:sldLayoutChg chg="add del">
          <pc:chgData name="Varsha Annamalai (She/Her/Hers)" userId="S::v_annamalai@uncg.edu::4b9be706-bf0a-459b-af26-9290bef75fc1" providerId="AD" clId="Web-{07585AD9-C5B3-6E98-A84F-3C9ABF0F8FA7}" dt="2024-11-20T19:52:08.123" v="3"/>
          <pc:sldLayoutMkLst>
            <pc:docMk/>
            <pc:sldMasterMk cId="2311360049" sldId="2147483724"/>
            <pc:sldLayoutMk cId="3582190534" sldId="2147483719"/>
          </pc:sldLayoutMkLst>
        </pc:sldLayoutChg>
        <pc:sldLayoutChg chg="add del">
          <pc:chgData name="Varsha Annamalai (She/Her/Hers)" userId="S::v_annamalai@uncg.edu::4b9be706-bf0a-459b-af26-9290bef75fc1" providerId="AD" clId="Web-{07585AD9-C5B3-6E98-A84F-3C9ABF0F8FA7}" dt="2024-11-20T19:52:08.123" v="3"/>
          <pc:sldLayoutMkLst>
            <pc:docMk/>
            <pc:sldMasterMk cId="2311360049" sldId="2147483724"/>
            <pc:sldLayoutMk cId="3868964414" sldId="2147483720"/>
          </pc:sldLayoutMkLst>
        </pc:sldLayoutChg>
        <pc:sldLayoutChg chg="add del">
          <pc:chgData name="Varsha Annamalai (She/Her/Hers)" userId="S::v_annamalai@uncg.edu::4b9be706-bf0a-459b-af26-9290bef75fc1" providerId="AD" clId="Web-{07585AD9-C5B3-6E98-A84F-3C9ABF0F8FA7}" dt="2024-11-20T19:52:08.123" v="3"/>
          <pc:sldLayoutMkLst>
            <pc:docMk/>
            <pc:sldMasterMk cId="2311360049" sldId="2147483724"/>
            <pc:sldLayoutMk cId="3489955628" sldId="2147483721"/>
          </pc:sldLayoutMkLst>
        </pc:sldLayoutChg>
        <pc:sldLayoutChg chg="add del">
          <pc:chgData name="Varsha Annamalai (She/Her/Hers)" userId="S::v_annamalai@uncg.edu::4b9be706-bf0a-459b-af26-9290bef75fc1" providerId="AD" clId="Web-{07585AD9-C5B3-6E98-A84F-3C9ABF0F8FA7}" dt="2024-11-20T19:52:08.123" v="3"/>
          <pc:sldLayoutMkLst>
            <pc:docMk/>
            <pc:sldMasterMk cId="2311360049" sldId="2147483724"/>
            <pc:sldLayoutMk cId="2429956897" sldId="2147483722"/>
          </pc:sldLayoutMkLst>
        </pc:sldLayoutChg>
        <pc:sldLayoutChg chg="add del">
          <pc:chgData name="Varsha Annamalai (She/Her/Hers)" userId="S::v_annamalai@uncg.edu::4b9be706-bf0a-459b-af26-9290bef75fc1" providerId="AD" clId="Web-{07585AD9-C5B3-6E98-A84F-3C9ABF0F8FA7}" dt="2024-11-20T19:52:08.123" v="3"/>
          <pc:sldLayoutMkLst>
            <pc:docMk/>
            <pc:sldMasterMk cId="2311360049" sldId="2147483724"/>
            <pc:sldLayoutMk cId="3014242270" sldId="2147483723"/>
          </pc:sldLayoutMkLst>
        </pc:sldLayoutChg>
      </pc:sldMasterChg>
      <pc:sldMasterChg chg="add del addSldLayout delSldLayout modSldLayout">
        <pc:chgData name="Varsha Annamalai (She/Her/Hers)" userId="S::v_annamalai@uncg.edu::4b9be706-bf0a-459b-af26-9290bef75fc1" providerId="AD" clId="Web-{07585AD9-C5B3-6E98-A84F-3C9ABF0F8FA7}" dt="2024-11-20T19:55:40.849" v="12"/>
        <pc:sldMasterMkLst>
          <pc:docMk/>
          <pc:sldMasterMk cId="265656133" sldId="2147483726"/>
        </pc:sldMasterMkLst>
        <pc:sldLayoutChg chg="add del mod replId">
          <pc:chgData name="Varsha Annamalai (She/Her/Hers)" userId="S::v_annamalai@uncg.edu::4b9be706-bf0a-459b-af26-9290bef75fc1" providerId="AD" clId="Web-{07585AD9-C5B3-6E98-A84F-3C9ABF0F8FA7}" dt="2024-11-20T19:55:40.849" v="12"/>
          <pc:sldLayoutMkLst>
            <pc:docMk/>
            <pc:sldMasterMk cId="265656133" sldId="2147483726"/>
            <pc:sldLayoutMk cId="69493425" sldId="2147483727"/>
          </pc:sldLayoutMkLst>
        </pc:sldLayoutChg>
        <pc:sldLayoutChg chg="add del mod replId">
          <pc:chgData name="Varsha Annamalai (She/Her/Hers)" userId="S::v_annamalai@uncg.edu::4b9be706-bf0a-459b-af26-9290bef75fc1" providerId="AD" clId="Web-{07585AD9-C5B3-6E98-A84F-3C9ABF0F8FA7}" dt="2024-11-20T19:55:40.849" v="12"/>
          <pc:sldLayoutMkLst>
            <pc:docMk/>
            <pc:sldMasterMk cId="265656133" sldId="2147483726"/>
            <pc:sldLayoutMk cId="3387404705" sldId="2147483728"/>
          </pc:sldLayoutMkLst>
        </pc:sldLayoutChg>
        <pc:sldLayoutChg chg="add del mod replId">
          <pc:chgData name="Varsha Annamalai (She/Her/Hers)" userId="S::v_annamalai@uncg.edu::4b9be706-bf0a-459b-af26-9290bef75fc1" providerId="AD" clId="Web-{07585AD9-C5B3-6E98-A84F-3C9ABF0F8FA7}" dt="2024-11-20T19:55:40.849" v="12"/>
          <pc:sldLayoutMkLst>
            <pc:docMk/>
            <pc:sldMasterMk cId="265656133" sldId="2147483726"/>
            <pc:sldLayoutMk cId="1403862061" sldId="2147483729"/>
          </pc:sldLayoutMkLst>
        </pc:sldLayoutChg>
        <pc:sldLayoutChg chg="add del mod replId">
          <pc:chgData name="Varsha Annamalai (She/Her/Hers)" userId="S::v_annamalai@uncg.edu::4b9be706-bf0a-459b-af26-9290bef75fc1" providerId="AD" clId="Web-{07585AD9-C5B3-6E98-A84F-3C9ABF0F8FA7}" dt="2024-11-20T19:55:40.849" v="12"/>
          <pc:sldLayoutMkLst>
            <pc:docMk/>
            <pc:sldMasterMk cId="265656133" sldId="2147483726"/>
            <pc:sldLayoutMk cId="321372664" sldId="2147483730"/>
          </pc:sldLayoutMkLst>
        </pc:sldLayoutChg>
        <pc:sldLayoutChg chg="add del mod replId">
          <pc:chgData name="Varsha Annamalai (She/Her/Hers)" userId="S::v_annamalai@uncg.edu::4b9be706-bf0a-459b-af26-9290bef75fc1" providerId="AD" clId="Web-{07585AD9-C5B3-6E98-A84F-3C9ABF0F8FA7}" dt="2024-11-20T19:55:40.849" v="12"/>
          <pc:sldLayoutMkLst>
            <pc:docMk/>
            <pc:sldMasterMk cId="265656133" sldId="2147483726"/>
            <pc:sldLayoutMk cId="1821288278" sldId="2147483731"/>
          </pc:sldLayoutMkLst>
        </pc:sldLayoutChg>
        <pc:sldLayoutChg chg="add del mod replId">
          <pc:chgData name="Varsha Annamalai (She/Her/Hers)" userId="S::v_annamalai@uncg.edu::4b9be706-bf0a-459b-af26-9290bef75fc1" providerId="AD" clId="Web-{07585AD9-C5B3-6E98-A84F-3C9ABF0F8FA7}" dt="2024-11-20T19:55:40.849" v="12"/>
          <pc:sldLayoutMkLst>
            <pc:docMk/>
            <pc:sldMasterMk cId="265656133" sldId="2147483726"/>
            <pc:sldLayoutMk cId="357385399" sldId="2147483732"/>
          </pc:sldLayoutMkLst>
        </pc:sldLayoutChg>
        <pc:sldLayoutChg chg="add del mod replId">
          <pc:chgData name="Varsha Annamalai (She/Her/Hers)" userId="S::v_annamalai@uncg.edu::4b9be706-bf0a-459b-af26-9290bef75fc1" providerId="AD" clId="Web-{07585AD9-C5B3-6E98-A84F-3C9ABF0F8FA7}" dt="2024-11-20T19:55:40.849" v="12"/>
          <pc:sldLayoutMkLst>
            <pc:docMk/>
            <pc:sldMasterMk cId="265656133" sldId="2147483726"/>
            <pc:sldLayoutMk cId="94759545" sldId="2147483733"/>
          </pc:sldLayoutMkLst>
        </pc:sldLayoutChg>
        <pc:sldLayoutChg chg="add del mod replId">
          <pc:chgData name="Varsha Annamalai (She/Her/Hers)" userId="S::v_annamalai@uncg.edu::4b9be706-bf0a-459b-af26-9290bef75fc1" providerId="AD" clId="Web-{07585AD9-C5B3-6E98-A84F-3C9ABF0F8FA7}" dt="2024-11-20T19:55:40.849" v="12"/>
          <pc:sldLayoutMkLst>
            <pc:docMk/>
            <pc:sldMasterMk cId="265656133" sldId="2147483726"/>
            <pc:sldLayoutMk cId="878303786" sldId="2147483734"/>
          </pc:sldLayoutMkLst>
        </pc:sldLayoutChg>
        <pc:sldLayoutChg chg="add del mod replId">
          <pc:chgData name="Varsha Annamalai (She/Her/Hers)" userId="S::v_annamalai@uncg.edu::4b9be706-bf0a-459b-af26-9290bef75fc1" providerId="AD" clId="Web-{07585AD9-C5B3-6E98-A84F-3C9ABF0F8FA7}" dt="2024-11-20T19:55:40.849" v="12"/>
          <pc:sldLayoutMkLst>
            <pc:docMk/>
            <pc:sldMasterMk cId="265656133" sldId="2147483726"/>
            <pc:sldLayoutMk cId="952976230" sldId="2147483735"/>
          </pc:sldLayoutMkLst>
        </pc:sldLayoutChg>
        <pc:sldLayoutChg chg="add del mod replId">
          <pc:chgData name="Varsha Annamalai (She/Her/Hers)" userId="S::v_annamalai@uncg.edu::4b9be706-bf0a-459b-af26-9290bef75fc1" providerId="AD" clId="Web-{07585AD9-C5B3-6E98-A84F-3C9ABF0F8FA7}" dt="2024-11-20T19:55:40.849" v="12"/>
          <pc:sldLayoutMkLst>
            <pc:docMk/>
            <pc:sldMasterMk cId="265656133" sldId="2147483726"/>
            <pc:sldLayoutMk cId="3742140687" sldId="2147483736"/>
          </pc:sldLayoutMkLst>
        </pc:sldLayoutChg>
        <pc:sldLayoutChg chg="add del mod replId">
          <pc:chgData name="Varsha Annamalai (She/Her/Hers)" userId="S::v_annamalai@uncg.edu::4b9be706-bf0a-459b-af26-9290bef75fc1" providerId="AD" clId="Web-{07585AD9-C5B3-6E98-A84F-3C9ABF0F8FA7}" dt="2024-11-20T19:55:40.849" v="12"/>
          <pc:sldLayoutMkLst>
            <pc:docMk/>
            <pc:sldMasterMk cId="265656133" sldId="2147483726"/>
            <pc:sldLayoutMk cId="2084384481" sldId="2147483737"/>
          </pc:sldLayoutMkLst>
        </pc:sldLayoutChg>
        <pc:sldLayoutChg chg="add del mod replId">
          <pc:chgData name="Varsha Annamalai (She/Her/Hers)" userId="S::v_annamalai@uncg.edu::4b9be706-bf0a-459b-af26-9290bef75fc1" providerId="AD" clId="Web-{07585AD9-C5B3-6E98-A84F-3C9ABF0F8FA7}" dt="2024-11-20T19:55:40.849" v="12"/>
          <pc:sldLayoutMkLst>
            <pc:docMk/>
            <pc:sldMasterMk cId="265656133" sldId="2147483726"/>
            <pc:sldLayoutMk cId="4084479546" sldId="2147483738"/>
          </pc:sldLayoutMkLst>
        </pc:sldLayoutChg>
        <pc:sldLayoutChg chg="add del mod replId">
          <pc:chgData name="Varsha Annamalai (She/Her/Hers)" userId="S::v_annamalai@uncg.edu::4b9be706-bf0a-459b-af26-9290bef75fc1" providerId="AD" clId="Web-{07585AD9-C5B3-6E98-A84F-3C9ABF0F8FA7}" dt="2024-11-20T19:55:40.849" v="12"/>
          <pc:sldLayoutMkLst>
            <pc:docMk/>
            <pc:sldMasterMk cId="265656133" sldId="2147483726"/>
            <pc:sldLayoutMk cId="3479771308" sldId="2147483739"/>
          </pc:sldLayoutMkLst>
        </pc:sldLayoutChg>
        <pc:sldLayoutChg chg="add del mod replId">
          <pc:chgData name="Varsha Annamalai (She/Her/Hers)" userId="S::v_annamalai@uncg.edu::4b9be706-bf0a-459b-af26-9290bef75fc1" providerId="AD" clId="Web-{07585AD9-C5B3-6E98-A84F-3C9ABF0F8FA7}" dt="2024-11-20T19:55:40.849" v="12"/>
          <pc:sldLayoutMkLst>
            <pc:docMk/>
            <pc:sldMasterMk cId="265656133" sldId="2147483726"/>
            <pc:sldLayoutMk cId="4271526370" sldId="2147483740"/>
          </pc:sldLayoutMkLst>
        </pc:sldLayoutChg>
        <pc:sldLayoutChg chg="add del mod replId">
          <pc:chgData name="Varsha Annamalai (She/Her/Hers)" userId="S::v_annamalai@uncg.edu::4b9be706-bf0a-459b-af26-9290bef75fc1" providerId="AD" clId="Web-{07585AD9-C5B3-6E98-A84F-3C9ABF0F8FA7}" dt="2024-11-20T19:55:40.849" v="12"/>
          <pc:sldLayoutMkLst>
            <pc:docMk/>
            <pc:sldMasterMk cId="265656133" sldId="2147483726"/>
            <pc:sldLayoutMk cId="1310986396" sldId="2147483741"/>
          </pc:sldLayoutMkLst>
        </pc:sldLayoutChg>
        <pc:sldLayoutChg chg="add del mod replId">
          <pc:chgData name="Varsha Annamalai (She/Her/Hers)" userId="S::v_annamalai@uncg.edu::4b9be706-bf0a-459b-af26-9290bef75fc1" providerId="AD" clId="Web-{07585AD9-C5B3-6E98-A84F-3C9ABF0F8FA7}" dt="2024-11-20T19:55:40.849" v="12"/>
          <pc:sldLayoutMkLst>
            <pc:docMk/>
            <pc:sldMasterMk cId="265656133" sldId="2147483726"/>
            <pc:sldLayoutMk cId="1708116021" sldId="2147483742"/>
          </pc:sldLayoutMkLst>
        </pc:sldLayoutChg>
        <pc:sldLayoutChg chg="add del mod replId">
          <pc:chgData name="Varsha Annamalai (She/Her/Hers)" userId="S::v_annamalai@uncg.edu::4b9be706-bf0a-459b-af26-9290bef75fc1" providerId="AD" clId="Web-{07585AD9-C5B3-6E98-A84F-3C9ABF0F8FA7}" dt="2024-11-20T19:55:40.849" v="12"/>
          <pc:sldLayoutMkLst>
            <pc:docMk/>
            <pc:sldMasterMk cId="265656133" sldId="2147483726"/>
            <pc:sldLayoutMk cId="765265131" sldId="2147483743"/>
          </pc:sldLayoutMkLst>
        </pc:sldLayoutChg>
      </pc:sldMasterChg>
      <pc:sldMasterChg chg="add del addSldLayout delSldLayout">
        <pc:chgData name="Varsha Annamalai (She/Her/Hers)" userId="S::v_annamalai@uncg.edu::4b9be706-bf0a-459b-af26-9290bef75fc1" providerId="AD" clId="Web-{07585AD9-C5B3-6E98-A84F-3C9ABF0F8FA7}" dt="2024-11-20T19:58:34.058" v="35"/>
        <pc:sldMasterMkLst>
          <pc:docMk/>
          <pc:sldMasterMk cId="200783672" sldId="2147483737"/>
        </pc:sldMasterMkLst>
        <pc:sldLayoutChg chg="add del">
          <pc:chgData name="Varsha Annamalai (She/Her/Hers)" userId="S::v_annamalai@uncg.edu::4b9be706-bf0a-459b-af26-9290bef75fc1" providerId="AD" clId="Web-{07585AD9-C5B3-6E98-A84F-3C9ABF0F8FA7}" dt="2024-11-20T19:58:34.058" v="35"/>
          <pc:sldLayoutMkLst>
            <pc:docMk/>
            <pc:sldMasterMk cId="200783672" sldId="2147483737"/>
            <pc:sldLayoutMk cId="681349172" sldId="2147483726"/>
          </pc:sldLayoutMkLst>
        </pc:sldLayoutChg>
        <pc:sldLayoutChg chg="add del">
          <pc:chgData name="Varsha Annamalai (She/Her/Hers)" userId="S::v_annamalai@uncg.edu::4b9be706-bf0a-459b-af26-9290bef75fc1" providerId="AD" clId="Web-{07585AD9-C5B3-6E98-A84F-3C9ABF0F8FA7}" dt="2024-11-20T19:58:34.058" v="35"/>
          <pc:sldLayoutMkLst>
            <pc:docMk/>
            <pc:sldMasterMk cId="200783672" sldId="2147483737"/>
            <pc:sldLayoutMk cId="487544018" sldId="2147483727"/>
          </pc:sldLayoutMkLst>
        </pc:sldLayoutChg>
        <pc:sldLayoutChg chg="add del">
          <pc:chgData name="Varsha Annamalai (She/Her/Hers)" userId="S::v_annamalai@uncg.edu::4b9be706-bf0a-459b-af26-9290bef75fc1" providerId="AD" clId="Web-{07585AD9-C5B3-6E98-A84F-3C9ABF0F8FA7}" dt="2024-11-20T19:58:34.058" v="35"/>
          <pc:sldLayoutMkLst>
            <pc:docMk/>
            <pc:sldMasterMk cId="200783672" sldId="2147483737"/>
            <pc:sldLayoutMk cId="1587233329" sldId="2147483728"/>
          </pc:sldLayoutMkLst>
        </pc:sldLayoutChg>
        <pc:sldLayoutChg chg="add del">
          <pc:chgData name="Varsha Annamalai (She/Her/Hers)" userId="S::v_annamalai@uncg.edu::4b9be706-bf0a-459b-af26-9290bef75fc1" providerId="AD" clId="Web-{07585AD9-C5B3-6E98-A84F-3C9ABF0F8FA7}" dt="2024-11-20T19:58:34.058" v="35"/>
          <pc:sldLayoutMkLst>
            <pc:docMk/>
            <pc:sldMasterMk cId="200783672" sldId="2147483737"/>
            <pc:sldLayoutMk cId="1961594445" sldId="2147483729"/>
          </pc:sldLayoutMkLst>
        </pc:sldLayoutChg>
        <pc:sldLayoutChg chg="add del">
          <pc:chgData name="Varsha Annamalai (She/Her/Hers)" userId="S::v_annamalai@uncg.edu::4b9be706-bf0a-459b-af26-9290bef75fc1" providerId="AD" clId="Web-{07585AD9-C5B3-6E98-A84F-3C9ABF0F8FA7}" dt="2024-11-20T19:58:34.058" v="35"/>
          <pc:sldLayoutMkLst>
            <pc:docMk/>
            <pc:sldMasterMk cId="200783672" sldId="2147483737"/>
            <pc:sldLayoutMk cId="551395712" sldId="2147483730"/>
          </pc:sldLayoutMkLst>
        </pc:sldLayoutChg>
        <pc:sldLayoutChg chg="add del">
          <pc:chgData name="Varsha Annamalai (She/Her/Hers)" userId="S::v_annamalai@uncg.edu::4b9be706-bf0a-459b-af26-9290bef75fc1" providerId="AD" clId="Web-{07585AD9-C5B3-6E98-A84F-3C9ABF0F8FA7}" dt="2024-11-20T19:58:34.058" v="35"/>
          <pc:sldLayoutMkLst>
            <pc:docMk/>
            <pc:sldMasterMk cId="200783672" sldId="2147483737"/>
            <pc:sldLayoutMk cId="35000898" sldId="2147483731"/>
          </pc:sldLayoutMkLst>
        </pc:sldLayoutChg>
        <pc:sldLayoutChg chg="add del">
          <pc:chgData name="Varsha Annamalai (She/Her/Hers)" userId="S::v_annamalai@uncg.edu::4b9be706-bf0a-459b-af26-9290bef75fc1" providerId="AD" clId="Web-{07585AD9-C5B3-6E98-A84F-3C9ABF0F8FA7}" dt="2024-11-20T19:58:34.058" v="35"/>
          <pc:sldLayoutMkLst>
            <pc:docMk/>
            <pc:sldMasterMk cId="200783672" sldId="2147483737"/>
            <pc:sldLayoutMk cId="2137770345" sldId="2147483732"/>
          </pc:sldLayoutMkLst>
        </pc:sldLayoutChg>
        <pc:sldLayoutChg chg="add del">
          <pc:chgData name="Varsha Annamalai (She/Her/Hers)" userId="S::v_annamalai@uncg.edu::4b9be706-bf0a-459b-af26-9290bef75fc1" providerId="AD" clId="Web-{07585AD9-C5B3-6E98-A84F-3C9ABF0F8FA7}" dt="2024-11-20T19:58:34.058" v="35"/>
          <pc:sldLayoutMkLst>
            <pc:docMk/>
            <pc:sldMasterMk cId="200783672" sldId="2147483737"/>
            <pc:sldLayoutMk cId="1188962497" sldId="2147483733"/>
          </pc:sldLayoutMkLst>
        </pc:sldLayoutChg>
        <pc:sldLayoutChg chg="add del">
          <pc:chgData name="Varsha Annamalai (She/Her/Hers)" userId="S::v_annamalai@uncg.edu::4b9be706-bf0a-459b-af26-9290bef75fc1" providerId="AD" clId="Web-{07585AD9-C5B3-6E98-A84F-3C9ABF0F8FA7}" dt="2024-11-20T19:58:34.058" v="35"/>
          <pc:sldLayoutMkLst>
            <pc:docMk/>
            <pc:sldMasterMk cId="200783672" sldId="2147483737"/>
            <pc:sldLayoutMk cId="2844954359" sldId="2147483734"/>
          </pc:sldLayoutMkLst>
        </pc:sldLayoutChg>
        <pc:sldLayoutChg chg="add del">
          <pc:chgData name="Varsha Annamalai (She/Her/Hers)" userId="S::v_annamalai@uncg.edu::4b9be706-bf0a-459b-af26-9290bef75fc1" providerId="AD" clId="Web-{07585AD9-C5B3-6E98-A84F-3C9ABF0F8FA7}" dt="2024-11-20T19:58:34.058" v="35"/>
          <pc:sldLayoutMkLst>
            <pc:docMk/>
            <pc:sldMasterMk cId="200783672" sldId="2147483737"/>
            <pc:sldLayoutMk cId="697655164" sldId="2147483735"/>
          </pc:sldLayoutMkLst>
        </pc:sldLayoutChg>
        <pc:sldLayoutChg chg="add del">
          <pc:chgData name="Varsha Annamalai (She/Her/Hers)" userId="S::v_annamalai@uncg.edu::4b9be706-bf0a-459b-af26-9290bef75fc1" providerId="AD" clId="Web-{07585AD9-C5B3-6E98-A84F-3C9ABF0F8FA7}" dt="2024-11-20T19:58:34.058" v="35"/>
          <pc:sldLayoutMkLst>
            <pc:docMk/>
            <pc:sldMasterMk cId="200783672" sldId="2147483737"/>
            <pc:sldLayoutMk cId="2315052881" sldId="2147483736"/>
          </pc:sldLayoutMkLst>
        </pc:sldLayoutChg>
      </pc:sldMasterChg>
      <pc:sldMasterChg chg="add del addSldLayout delSldLayout">
        <pc:chgData name="Varsha Annamalai (She/Her/Hers)" userId="S::v_annamalai@uncg.edu::4b9be706-bf0a-459b-af26-9290bef75fc1" providerId="AD" clId="Web-{07585AD9-C5B3-6E98-A84F-3C9ABF0F8FA7}" dt="2024-11-20T19:58:11.494" v="29"/>
        <pc:sldMasterMkLst>
          <pc:docMk/>
          <pc:sldMasterMk cId="1270595808" sldId="2147483750"/>
        </pc:sldMasterMkLst>
        <pc:sldLayoutChg chg="add del">
          <pc:chgData name="Varsha Annamalai (She/Her/Hers)" userId="S::v_annamalai@uncg.edu::4b9be706-bf0a-459b-af26-9290bef75fc1" providerId="AD" clId="Web-{07585AD9-C5B3-6E98-A84F-3C9ABF0F8FA7}" dt="2024-11-20T19:58:11.494" v="29"/>
          <pc:sldLayoutMkLst>
            <pc:docMk/>
            <pc:sldMasterMk cId="1270595808" sldId="2147483750"/>
            <pc:sldLayoutMk cId="237744922" sldId="2147483739"/>
          </pc:sldLayoutMkLst>
        </pc:sldLayoutChg>
        <pc:sldLayoutChg chg="add del">
          <pc:chgData name="Varsha Annamalai (She/Her/Hers)" userId="S::v_annamalai@uncg.edu::4b9be706-bf0a-459b-af26-9290bef75fc1" providerId="AD" clId="Web-{07585AD9-C5B3-6E98-A84F-3C9ABF0F8FA7}" dt="2024-11-20T19:58:11.494" v="29"/>
          <pc:sldLayoutMkLst>
            <pc:docMk/>
            <pc:sldMasterMk cId="1270595808" sldId="2147483750"/>
            <pc:sldLayoutMk cId="2851747277" sldId="2147483740"/>
          </pc:sldLayoutMkLst>
        </pc:sldLayoutChg>
        <pc:sldLayoutChg chg="add del">
          <pc:chgData name="Varsha Annamalai (She/Her/Hers)" userId="S::v_annamalai@uncg.edu::4b9be706-bf0a-459b-af26-9290bef75fc1" providerId="AD" clId="Web-{07585AD9-C5B3-6E98-A84F-3C9ABF0F8FA7}" dt="2024-11-20T19:58:11.494" v="29"/>
          <pc:sldLayoutMkLst>
            <pc:docMk/>
            <pc:sldMasterMk cId="1270595808" sldId="2147483750"/>
            <pc:sldLayoutMk cId="4249901041" sldId="2147483741"/>
          </pc:sldLayoutMkLst>
        </pc:sldLayoutChg>
        <pc:sldLayoutChg chg="add del">
          <pc:chgData name="Varsha Annamalai (She/Her/Hers)" userId="S::v_annamalai@uncg.edu::4b9be706-bf0a-459b-af26-9290bef75fc1" providerId="AD" clId="Web-{07585AD9-C5B3-6E98-A84F-3C9ABF0F8FA7}" dt="2024-11-20T19:58:11.494" v="29"/>
          <pc:sldLayoutMkLst>
            <pc:docMk/>
            <pc:sldMasterMk cId="1270595808" sldId="2147483750"/>
            <pc:sldLayoutMk cId="1967841716" sldId="2147483742"/>
          </pc:sldLayoutMkLst>
        </pc:sldLayoutChg>
        <pc:sldLayoutChg chg="add del">
          <pc:chgData name="Varsha Annamalai (She/Her/Hers)" userId="S::v_annamalai@uncg.edu::4b9be706-bf0a-459b-af26-9290bef75fc1" providerId="AD" clId="Web-{07585AD9-C5B3-6E98-A84F-3C9ABF0F8FA7}" dt="2024-11-20T19:58:11.494" v="29"/>
          <pc:sldLayoutMkLst>
            <pc:docMk/>
            <pc:sldMasterMk cId="1270595808" sldId="2147483750"/>
            <pc:sldLayoutMk cId="1836294094" sldId="2147483743"/>
          </pc:sldLayoutMkLst>
        </pc:sldLayoutChg>
        <pc:sldLayoutChg chg="add del">
          <pc:chgData name="Varsha Annamalai (She/Her/Hers)" userId="S::v_annamalai@uncg.edu::4b9be706-bf0a-459b-af26-9290bef75fc1" providerId="AD" clId="Web-{07585AD9-C5B3-6E98-A84F-3C9ABF0F8FA7}" dt="2024-11-20T19:58:11.494" v="29"/>
          <pc:sldLayoutMkLst>
            <pc:docMk/>
            <pc:sldMasterMk cId="1270595808" sldId="2147483750"/>
            <pc:sldLayoutMk cId="111867744" sldId="2147483744"/>
          </pc:sldLayoutMkLst>
        </pc:sldLayoutChg>
        <pc:sldLayoutChg chg="add del">
          <pc:chgData name="Varsha Annamalai (She/Her/Hers)" userId="S::v_annamalai@uncg.edu::4b9be706-bf0a-459b-af26-9290bef75fc1" providerId="AD" clId="Web-{07585AD9-C5B3-6E98-A84F-3C9ABF0F8FA7}" dt="2024-11-20T19:58:11.494" v="29"/>
          <pc:sldLayoutMkLst>
            <pc:docMk/>
            <pc:sldMasterMk cId="1270595808" sldId="2147483750"/>
            <pc:sldLayoutMk cId="2026556235" sldId="2147483745"/>
          </pc:sldLayoutMkLst>
        </pc:sldLayoutChg>
        <pc:sldLayoutChg chg="add del">
          <pc:chgData name="Varsha Annamalai (She/Her/Hers)" userId="S::v_annamalai@uncg.edu::4b9be706-bf0a-459b-af26-9290bef75fc1" providerId="AD" clId="Web-{07585AD9-C5B3-6E98-A84F-3C9ABF0F8FA7}" dt="2024-11-20T19:58:11.494" v="29"/>
          <pc:sldLayoutMkLst>
            <pc:docMk/>
            <pc:sldMasterMk cId="1270595808" sldId="2147483750"/>
            <pc:sldLayoutMk cId="3563725575" sldId="2147483746"/>
          </pc:sldLayoutMkLst>
        </pc:sldLayoutChg>
        <pc:sldLayoutChg chg="add del">
          <pc:chgData name="Varsha Annamalai (She/Her/Hers)" userId="S::v_annamalai@uncg.edu::4b9be706-bf0a-459b-af26-9290bef75fc1" providerId="AD" clId="Web-{07585AD9-C5B3-6E98-A84F-3C9ABF0F8FA7}" dt="2024-11-20T19:58:11.494" v="29"/>
          <pc:sldLayoutMkLst>
            <pc:docMk/>
            <pc:sldMasterMk cId="1270595808" sldId="2147483750"/>
            <pc:sldLayoutMk cId="629942843" sldId="2147483747"/>
          </pc:sldLayoutMkLst>
        </pc:sldLayoutChg>
        <pc:sldLayoutChg chg="add del">
          <pc:chgData name="Varsha Annamalai (She/Her/Hers)" userId="S::v_annamalai@uncg.edu::4b9be706-bf0a-459b-af26-9290bef75fc1" providerId="AD" clId="Web-{07585AD9-C5B3-6E98-A84F-3C9ABF0F8FA7}" dt="2024-11-20T19:58:11.494" v="29"/>
          <pc:sldLayoutMkLst>
            <pc:docMk/>
            <pc:sldMasterMk cId="1270595808" sldId="2147483750"/>
            <pc:sldLayoutMk cId="2318177678" sldId="2147483748"/>
          </pc:sldLayoutMkLst>
        </pc:sldLayoutChg>
        <pc:sldLayoutChg chg="add del">
          <pc:chgData name="Varsha Annamalai (She/Her/Hers)" userId="S::v_annamalai@uncg.edu::4b9be706-bf0a-459b-af26-9290bef75fc1" providerId="AD" clId="Web-{07585AD9-C5B3-6E98-A84F-3C9ABF0F8FA7}" dt="2024-11-20T19:58:11.494" v="29"/>
          <pc:sldLayoutMkLst>
            <pc:docMk/>
            <pc:sldMasterMk cId="1270595808" sldId="2147483750"/>
            <pc:sldLayoutMk cId="2366843687" sldId="2147483749"/>
          </pc:sldLayoutMkLst>
        </pc:sldLayoutChg>
      </pc:sldMasterChg>
      <pc:sldMasterChg chg="add del addSldLayout delSldLayout">
        <pc:chgData name="Varsha Annamalai (She/Her/Hers)" userId="S::v_annamalai@uncg.edu::4b9be706-bf0a-459b-af26-9290bef75fc1" providerId="AD" clId="Web-{07585AD9-C5B3-6E98-A84F-3C9ABF0F8FA7}" dt="2024-11-20T19:54:09.518" v="5"/>
        <pc:sldMasterMkLst>
          <pc:docMk/>
          <pc:sldMasterMk cId="1584553977" sldId="2147483750"/>
        </pc:sldMasterMkLst>
        <pc:sldLayoutChg chg="add del">
          <pc:chgData name="Varsha Annamalai (She/Her/Hers)" userId="S::v_annamalai@uncg.edu::4b9be706-bf0a-459b-af26-9290bef75fc1" providerId="AD" clId="Web-{07585AD9-C5B3-6E98-A84F-3C9ABF0F8FA7}" dt="2024-11-20T19:54:09.518" v="5"/>
          <pc:sldLayoutMkLst>
            <pc:docMk/>
            <pc:sldMasterMk cId="1584553977" sldId="2147483750"/>
            <pc:sldLayoutMk cId="584170273" sldId="2147483739"/>
          </pc:sldLayoutMkLst>
        </pc:sldLayoutChg>
        <pc:sldLayoutChg chg="add del">
          <pc:chgData name="Varsha Annamalai (She/Her/Hers)" userId="S::v_annamalai@uncg.edu::4b9be706-bf0a-459b-af26-9290bef75fc1" providerId="AD" clId="Web-{07585AD9-C5B3-6E98-A84F-3C9ABF0F8FA7}" dt="2024-11-20T19:54:09.518" v="5"/>
          <pc:sldLayoutMkLst>
            <pc:docMk/>
            <pc:sldMasterMk cId="1584553977" sldId="2147483750"/>
            <pc:sldLayoutMk cId="1350996844" sldId="2147483740"/>
          </pc:sldLayoutMkLst>
        </pc:sldLayoutChg>
        <pc:sldLayoutChg chg="add del">
          <pc:chgData name="Varsha Annamalai (She/Her/Hers)" userId="S::v_annamalai@uncg.edu::4b9be706-bf0a-459b-af26-9290bef75fc1" providerId="AD" clId="Web-{07585AD9-C5B3-6E98-A84F-3C9ABF0F8FA7}" dt="2024-11-20T19:54:09.518" v="5"/>
          <pc:sldLayoutMkLst>
            <pc:docMk/>
            <pc:sldMasterMk cId="1584553977" sldId="2147483750"/>
            <pc:sldLayoutMk cId="2279377414" sldId="2147483741"/>
          </pc:sldLayoutMkLst>
        </pc:sldLayoutChg>
        <pc:sldLayoutChg chg="add del">
          <pc:chgData name="Varsha Annamalai (She/Her/Hers)" userId="S::v_annamalai@uncg.edu::4b9be706-bf0a-459b-af26-9290bef75fc1" providerId="AD" clId="Web-{07585AD9-C5B3-6E98-A84F-3C9ABF0F8FA7}" dt="2024-11-20T19:54:09.518" v="5"/>
          <pc:sldLayoutMkLst>
            <pc:docMk/>
            <pc:sldMasterMk cId="1584553977" sldId="2147483750"/>
            <pc:sldLayoutMk cId="183681650" sldId="2147483742"/>
          </pc:sldLayoutMkLst>
        </pc:sldLayoutChg>
        <pc:sldLayoutChg chg="add del">
          <pc:chgData name="Varsha Annamalai (She/Her/Hers)" userId="S::v_annamalai@uncg.edu::4b9be706-bf0a-459b-af26-9290bef75fc1" providerId="AD" clId="Web-{07585AD9-C5B3-6E98-A84F-3C9ABF0F8FA7}" dt="2024-11-20T19:54:09.518" v="5"/>
          <pc:sldLayoutMkLst>
            <pc:docMk/>
            <pc:sldMasterMk cId="1584553977" sldId="2147483750"/>
            <pc:sldLayoutMk cId="2492758003" sldId="2147483743"/>
          </pc:sldLayoutMkLst>
        </pc:sldLayoutChg>
        <pc:sldLayoutChg chg="add del">
          <pc:chgData name="Varsha Annamalai (She/Her/Hers)" userId="S::v_annamalai@uncg.edu::4b9be706-bf0a-459b-af26-9290bef75fc1" providerId="AD" clId="Web-{07585AD9-C5B3-6E98-A84F-3C9ABF0F8FA7}" dt="2024-11-20T19:54:09.518" v="5"/>
          <pc:sldLayoutMkLst>
            <pc:docMk/>
            <pc:sldMasterMk cId="1584553977" sldId="2147483750"/>
            <pc:sldLayoutMk cId="1492550919" sldId="2147483744"/>
          </pc:sldLayoutMkLst>
        </pc:sldLayoutChg>
        <pc:sldLayoutChg chg="add del">
          <pc:chgData name="Varsha Annamalai (She/Her/Hers)" userId="S::v_annamalai@uncg.edu::4b9be706-bf0a-459b-af26-9290bef75fc1" providerId="AD" clId="Web-{07585AD9-C5B3-6E98-A84F-3C9ABF0F8FA7}" dt="2024-11-20T19:54:09.518" v="5"/>
          <pc:sldLayoutMkLst>
            <pc:docMk/>
            <pc:sldMasterMk cId="1584553977" sldId="2147483750"/>
            <pc:sldLayoutMk cId="2514033116" sldId="2147483745"/>
          </pc:sldLayoutMkLst>
        </pc:sldLayoutChg>
        <pc:sldLayoutChg chg="add del">
          <pc:chgData name="Varsha Annamalai (She/Her/Hers)" userId="S::v_annamalai@uncg.edu::4b9be706-bf0a-459b-af26-9290bef75fc1" providerId="AD" clId="Web-{07585AD9-C5B3-6E98-A84F-3C9ABF0F8FA7}" dt="2024-11-20T19:54:09.518" v="5"/>
          <pc:sldLayoutMkLst>
            <pc:docMk/>
            <pc:sldMasterMk cId="1584553977" sldId="2147483750"/>
            <pc:sldLayoutMk cId="2895334366" sldId="2147483746"/>
          </pc:sldLayoutMkLst>
        </pc:sldLayoutChg>
        <pc:sldLayoutChg chg="add del">
          <pc:chgData name="Varsha Annamalai (She/Her/Hers)" userId="S::v_annamalai@uncg.edu::4b9be706-bf0a-459b-af26-9290bef75fc1" providerId="AD" clId="Web-{07585AD9-C5B3-6E98-A84F-3C9ABF0F8FA7}" dt="2024-11-20T19:54:09.518" v="5"/>
          <pc:sldLayoutMkLst>
            <pc:docMk/>
            <pc:sldMasterMk cId="1584553977" sldId="2147483750"/>
            <pc:sldLayoutMk cId="1681180692" sldId="2147483747"/>
          </pc:sldLayoutMkLst>
        </pc:sldLayoutChg>
        <pc:sldLayoutChg chg="add del">
          <pc:chgData name="Varsha Annamalai (She/Her/Hers)" userId="S::v_annamalai@uncg.edu::4b9be706-bf0a-459b-af26-9290bef75fc1" providerId="AD" clId="Web-{07585AD9-C5B3-6E98-A84F-3C9ABF0F8FA7}" dt="2024-11-20T19:54:09.518" v="5"/>
          <pc:sldLayoutMkLst>
            <pc:docMk/>
            <pc:sldMasterMk cId="1584553977" sldId="2147483750"/>
            <pc:sldLayoutMk cId="684523117" sldId="2147483748"/>
          </pc:sldLayoutMkLst>
        </pc:sldLayoutChg>
        <pc:sldLayoutChg chg="add del">
          <pc:chgData name="Varsha Annamalai (She/Her/Hers)" userId="S::v_annamalai@uncg.edu::4b9be706-bf0a-459b-af26-9290bef75fc1" providerId="AD" clId="Web-{07585AD9-C5B3-6E98-A84F-3C9ABF0F8FA7}" dt="2024-11-20T19:54:09.518" v="5"/>
          <pc:sldLayoutMkLst>
            <pc:docMk/>
            <pc:sldMasterMk cId="1584553977" sldId="2147483750"/>
            <pc:sldLayoutMk cId="2810276686" sldId="2147483749"/>
          </pc:sldLayoutMkLst>
        </pc:sldLayoutChg>
      </pc:sldMasterChg>
      <pc:sldMasterChg chg="add del addSldLayout delSldLayout">
        <pc:chgData name="Varsha Annamalai (She/Her/Hers)" userId="S::v_annamalai@uncg.edu::4b9be706-bf0a-459b-af26-9290bef75fc1" providerId="AD" clId="Web-{07585AD9-C5B3-6E98-A84F-3C9ABF0F8FA7}" dt="2024-11-20T19:58:34.120" v="36"/>
        <pc:sldMasterMkLst>
          <pc:docMk/>
          <pc:sldMasterMk cId="3652121234" sldId="2147483750"/>
        </pc:sldMasterMkLst>
        <pc:sldLayoutChg chg="add del">
          <pc:chgData name="Varsha Annamalai (She/Her/Hers)" userId="S::v_annamalai@uncg.edu::4b9be706-bf0a-459b-af26-9290bef75fc1" providerId="AD" clId="Web-{07585AD9-C5B3-6E98-A84F-3C9ABF0F8FA7}" dt="2024-11-20T19:58:34.120" v="36"/>
          <pc:sldLayoutMkLst>
            <pc:docMk/>
            <pc:sldMasterMk cId="3652121234" sldId="2147483750"/>
            <pc:sldLayoutMk cId="2443106127" sldId="2147483739"/>
          </pc:sldLayoutMkLst>
        </pc:sldLayoutChg>
        <pc:sldLayoutChg chg="add del">
          <pc:chgData name="Varsha Annamalai (She/Her/Hers)" userId="S::v_annamalai@uncg.edu::4b9be706-bf0a-459b-af26-9290bef75fc1" providerId="AD" clId="Web-{07585AD9-C5B3-6E98-A84F-3C9ABF0F8FA7}" dt="2024-11-20T19:58:34.120" v="36"/>
          <pc:sldLayoutMkLst>
            <pc:docMk/>
            <pc:sldMasterMk cId="3652121234" sldId="2147483750"/>
            <pc:sldLayoutMk cId="4033752215" sldId="2147483740"/>
          </pc:sldLayoutMkLst>
        </pc:sldLayoutChg>
        <pc:sldLayoutChg chg="add del">
          <pc:chgData name="Varsha Annamalai (She/Her/Hers)" userId="S::v_annamalai@uncg.edu::4b9be706-bf0a-459b-af26-9290bef75fc1" providerId="AD" clId="Web-{07585AD9-C5B3-6E98-A84F-3C9ABF0F8FA7}" dt="2024-11-20T19:58:34.120" v="36"/>
          <pc:sldLayoutMkLst>
            <pc:docMk/>
            <pc:sldMasterMk cId="3652121234" sldId="2147483750"/>
            <pc:sldLayoutMk cId="3928471451" sldId="2147483741"/>
          </pc:sldLayoutMkLst>
        </pc:sldLayoutChg>
        <pc:sldLayoutChg chg="add del">
          <pc:chgData name="Varsha Annamalai (She/Her/Hers)" userId="S::v_annamalai@uncg.edu::4b9be706-bf0a-459b-af26-9290bef75fc1" providerId="AD" clId="Web-{07585AD9-C5B3-6E98-A84F-3C9ABF0F8FA7}" dt="2024-11-20T19:58:34.120" v="36"/>
          <pc:sldLayoutMkLst>
            <pc:docMk/>
            <pc:sldMasterMk cId="3652121234" sldId="2147483750"/>
            <pc:sldLayoutMk cId="3530766117" sldId="2147483742"/>
          </pc:sldLayoutMkLst>
        </pc:sldLayoutChg>
        <pc:sldLayoutChg chg="add del">
          <pc:chgData name="Varsha Annamalai (She/Her/Hers)" userId="S::v_annamalai@uncg.edu::4b9be706-bf0a-459b-af26-9290bef75fc1" providerId="AD" clId="Web-{07585AD9-C5B3-6E98-A84F-3C9ABF0F8FA7}" dt="2024-11-20T19:58:34.120" v="36"/>
          <pc:sldLayoutMkLst>
            <pc:docMk/>
            <pc:sldMasterMk cId="3652121234" sldId="2147483750"/>
            <pc:sldLayoutMk cId="1565883111" sldId="2147483743"/>
          </pc:sldLayoutMkLst>
        </pc:sldLayoutChg>
        <pc:sldLayoutChg chg="add del">
          <pc:chgData name="Varsha Annamalai (She/Her/Hers)" userId="S::v_annamalai@uncg.edu::4b9be706-bf0a-459b-af26-9290bef75fc1" providerId="AD" clId="Web-{07585AD9-C5B3-6E98-A84F-3C9ABF0F8FA7}" dt="2024-11-20T19:58:34.120" v="36"/>
          <pc:sldLayoutMkLst>
            <pc:docMk/>
            <pc:sldMasterMk cId="3652121234" sldId="2147483750"/>
            <pc:sldLayoutMk cId="1539516447" sldId="2147483744"/>
          </pc:sldLayoutMkLst>
        </pc:sldLayoutChg>
        <pc:sldLayoutChg chg="add del">
          <pc:chgData name="Varsha Annamalai (She/Her/Hers)" userId="S::v_annamalai@uncg.edu::4b9be706-bf0a-459b-af26-9290bef75fc1" providerId="AD" clId="Web-{07585AD9-C5B3-6E98-A84F-3C9ABF0F8FA7}" dt="2024-11-20T19:58:34.120" v="36"/>
          <pc:sldLayoutMkLst>
            <pc:docMk/>
            <pc:sldMasterMk cId="3652121234" sldId="2147483750"/>
            <pc:sldLayoutMk cId="199926685" sldId="2147483745"/>
          </pc:sldLayoutMkLst>
        </pc:sldLayoutChg>
        <pc:sldLayoutChg chg="add del">
          <pc:chgData name="Varsha Annamalai (She/Her/Hers)" userId="S::v_annamalai@uncg.edu::4b9be706-bf0a-459b-af26-9290bef75fc1" providerId="AD" clId="Web-{07585AD9-C5B3-6E98-A84F-3C9ABF0F8FA7}" dt="2024-11-20T19:58:34.120" v="36"/>
          <pc:sldLayoutMkLst>
            <pc:docMk/>
            <pc:sldMasterMk cId="3652121234" sldId="2147483750"/>
            <pc:sldLayoutMk cId="1956155891" sldId="2147483746"/>
          </pc:sldLayoutMkLst>
        </pc:sldLayoutChg>
        <pc:sldLayoutChg chg="add del">
          <pc:chgData name="Varsha Annamalai (She/Her/Hers)" userId="S::v_annamalai@uncg.edu::4b9be706-bf0a-459b-af26-9290bef75fc1" providerId="AD" clId="Web-{07585AD9-C5B3-6E98-A84F-3C9ABF0F8FA7}" dt="2024-11-20T19:58:34.120" v="36"/>
          <pc:sldLayoutMkLst>
            <pc:docMk/>
            <pc:sldMasterMk cId="3652121234" sldId="2147483750"/>
            <pc:sldLayoutMk cId="41146664" sldId="2147483747"/>
          </pc:sldLayoutMkLst>
        </pc:sldLayoutChg>
        <pc:sldLayoutChg chg="add del">
          <pc:chgData name="Varsha Annamalai (She/Her/Hers)" userId="S::v_annamalai@uncg.edu::4b9be706-bf0a-459b-af26-9290bef75fc1" providerId="AD" clId="Web-{07585AD9-C5B3-6E98-A84F-3C9ABF0F8FA7}" dt="2024-11-20T19:58:34.120" v="36"/>
          <pc:sldLayoutMkLst>
            <pc:docMk/>
            <pc:sldMasterMk cId="3652121234" sldId="2147483750"/>
            <pc:sldLayoutMk cId="2779683898" sldId="2147483748"/>
          </pc:sldLayoutMkLst>
        </pc:sldLayoutChg>
        <pc:sldLayoutChg chg="add del">
          <pc:chgData name="Varsha Annamalai (She/Her/Hers)" userId="S::v_annamalai@uncg.edu::4b9be706-bf0a-459b-af26-9290bef75fc1" providerId="AD" clId="Web-{07585AD9-C5B3-6E98-A84F-3C9ABF0F8FA7}" dt="2024-11-20T19:58:34.120" v="36"/>
          <pc:sldLayoutMkLst>
            <pc:docMk/>
            <pc:sldMasterMk cId="3652121234" sldId="2147483750"/>
            <pc:sldLayoutMk cId="1257173541" sldId="2147483749"/>
          </pc:sldLayoutMkLst>
        </pc:sldLayoutChg>
      </pc:sldMasterChg>
    </pc:docChg>
  </pc:docChgLst>
  <pc:docChgLst>
    <pc:chgData name="Varsha Annamalai (She/Her/Hers)" userId="S::v_annamalai@uncg.edu::4b9be706-bf0a-459b-af26-9290bef75fc1" providerId="AD" clId="Web-{BCBCECF2-7FD8-AFFC-7B8E-AAEB28A58231}"/>
    <pc:docChg chg="addSld modSld">
      <pc:chgData name="Varsha Annamalai (She/Her/Hers)" userId="S::v_annamalai@uncg.edu::4b9be706-bf0a-459b-af26-9290bef75fc1" providerId="AD" clId="Web-{BCBCECF2-7FD8-AFFC-7B8E-AAEB28A58231}" dt="2024-11-24T22:49:14.046" v="130"/>
      <pc:docMkLst>
        <pc:docMk/>
      </pc:docMkLst>
      <pc:sldChg chg="modNotes">
        <pc:chgData name="Varsha Annamalai (She/Her/Hers)" userId="S::v_annamalai@uncg.edu::4b9be706-bf0a-459b-af26-9290bef75fc1" providerId="AD" clId="Web-{BCBCECF2-7FD8-AFFC-7B8E-AAEB28A58231}" dt="2024-11-24T20:01:23.553" v="41"/>
        <pc:sldMkLst>
          <pc:docMk/>
          <pc:sldMk cId="2735948669" sldId="265"/>
        </pc:sldMkLst>
      </pc:sldChg>
      <pc:sldChg chg="addSp delSp modSp modNotes">
        <pc:chgData name="Varsha Annamalai (She/Her/Hers)" userId="S::v_annamalai@uncg.edu::4b9be706-bf0a-459b-af26-9290bef75fc1" providerId="AD" clId="Web-{BCBCECF2-7FD8-AFFC-7B8E-AAEB28A58231}" dt="2024-11-24T20:47:03.863" v="116" actId="1076"/>
        <pc:sldMkLst>
          <pc:docMk/>
          <pc:sldMk cId="236891647" sldId="266"/>
        </pc:sldMkLst>
        <pc:picChg chg="add mod ord">
          <ac:chgData name="Varsha Annamalai (She/Her/Hers)" userId="S::v_annamalai@uncg.edu::4b9be706-bf0a-459b-af26-9290bef75fc1" providerId="AD" clId="Web-{BCBCECF2-7FD8-AFFC-7B8E-AAEB28A58231}" dt="2024-11-24T20:47:03.863" v="116" actId="1076"/>
          <ac:picMkLst>
            <pc:docMk/>
            <pc:sldMk cId="236891647" sldId="266"/>
            <ac:picMk id="6" creationId="{B92503F2-EB7F-747A-F3D4-3B2D7CBCCD66}"/>
          </ac:picMkLst>
        </pc:picChg>
      </pc:sldChg>
      <pc:sldChg chg="addSp delSp modSp modNotes">
        <pc:chgData name="Varsha Annamalai (She/Her/Hers)" userId="S::v_annamalai@uncg.edu::4b9be706-bf0a-459b-af26-9290bef75fc1" providerId="AD" clId="Web-{BCBCECF2-7FD8-AFFC-7B8E-AAEB28A58231}" dt="2024-11-24T21:40:06.398" v="118"/>
        <pc:sldMkLst>
          <pc:docMk/>
          <pc:sldMk cId="4275968715" sldId="267"/>
        </pc:sldMkLst>
        <pc:picChg chg="add mod ord">
          <ac:chgData name="Varsha Annamalai (She/Her/Hers)" userId="S::v_annamalai@uncg.edu::4b9be706-bf0a-459b-af26-9290bef75fc1" providerId="AD" clId="Web-{BCBCECF2-7FD8-AFFC-7B8E-AAEB28A58231}" dt="2024-11-24T06:09:30.835" v="3" actId="1076"/>
          <ac:picMkLst>
            <pc:docMk/>
            <pc:sldMk cId="4275968715" sldId="267"/>
            <ac:picMk id="6" creationId="{C9362CEF-378E-39FD-56EB-054FE1DF6FF6}"/>
          </ac:picMkLst>
        </pc:picChg>
      </pc:sldChg>
      <pc:sldChg chg="modNotes">
        <pc:chgData name="Varsha Annamalai (She/Her/Hers)" userId="S::v_annamalai@uncg.edu::4b9be706-bf0a-459b-af26-9290bef75fc1" providerId="AD" clId="Web-{BCBCECF2-7FD8-AFFC-7B8E-AAEB28A58231}" dt="2024-11-24T22:49:14.046" v="130"/>
        <pc:sldMkLst>
          <pc:docMk/>
          <pc:sldMk cId="4158024863" sldId="268"/>
        </pc:sldMkLst>
      </pc:sldChg>
      <pc:sldChg chg="addSp delSp modSp">
        <pc:chgData name="Varsha Annamalai (She/Her/Hers)" userId="S::v_annamalai@uncg.edu::4b9be706-bf0a-459b-af26-9290bef75fc1" providerId="AD" clId="Web-{BCBCECF2-7FD8-AFFC-7B8E-AAEB28A58231}" dt="2024-11-24T07:20:16.719" v="6" actId="1076"/>
        <pc:sldMkLst>
          <pc:docMk/>
          <pc:sldMk cId="2729541105" sldId="269"/>
        </pc:sldMkLst>
        <pc:picChg chg="add mod ord">
          <ac:chgData name="Varsha Annamalai (She/Her/Hers)" userId="S::v_annamalai@uncg.edu::4b9be706-bf0a-459b-af26-9290bef75fc1" providerId="AD" clId="Web-{BCBCECF2-7FD8-AFFC-7B8E-AAEB28A58231}" dt="2024-11-24T07:20:16.719" v="6" actId="1076"/>
          <ac:picMkLst>
            <pc:docMk/>
            <pc:sldMk cId="2729541105" sldId="269"/>
            <ac:picMk id="3" creationId="{72911307-3AE4-6F5C-766C-A4EAD30FEC2A}"/>
          </ac:picMkLst>
        </pc:picChg>
      </pc:sldChg>
      <pc:sldChg chg="addSp delSp modSp">
        <pc:chgData name="Varsha Annamalai (She/Her/Hers)" userId="S::v_annamalai@uncg.edu::4b9be706-bf0a-459b-af26-9290bef75fc1" providerId="AD" clId="Web-{BCBCECF2-7FD8-AFFC-7B8E-AAEB28A58231}" dt="2024-11-24T08:12:17.394" v="21" actId="1076"/>
        <pc:sldMkLst>
          <pc:docMk/>
          <pc:sldMk cId="1077996405" sldId="270"/>
        </pc:sldMkLst>
        <pc:spChg chg="mod">
          <ac:chgData name="Varsha Annamalai (She/Her/Hers)" userId="S::v_annamalai@uncg.edu::4b9be706-bf0a-459b-af26-9290bef75fc1" providerId="AD" clId="Web-{BCBCECF2-7FD8-AFFC-7B8E-AAEB28A58231}" dt="2024-11-24T07:21:03.034" v="14" actId="20577"/>
          <ac:spMkLst>
            <pc:docMk/>
            <pc:sldMk cId="1077996405" sldId="270"/>
            <ac:spMk id="2" creationId="{70938B7B-455E-047A-3E98-ABCC63DCDCF3}"/>
          </ac:spMkLst>
        </pc:spChg>
        <pc:picChg chg="add mod ord">
          <ac:chgData name="Varsha Annamalai (She/Her/Hers)" userId="S::v_annamalai@uncg.edu::4b9be706-bf0a-459b-af26-9290bef75fc1" providerId="AD" clId="Web-{BCBCECF2-7FD8-AFFC-7B8E-AAEB28A58231}" dt="2024-11-24T08:12:17.394" v="21" actId="1076"/>
          <ac:picMkLst>
            <pc:docMk/>
            <pc:sldMk cId="1077996405" sldId="270"/>
            <ac:picMk id="3" creationId="{9A0C9D35-95D5-D5DF-7C48-EC0103668338}"/>
          </ac:picMkLst>
        </pc:picChg>
      </pc:sldChg>
      <pc:sldChg chg="modNotes">
        <pc:chgData name="Varsha Annamalai (She/Her/Hers)" userId="S::v_annamalai@uncg.edu::4b9be706-bf0a-459b-af26-9290bef75fc1" providerId="AD" clId="Web-{BCBCECF2-7FD8-AFFC-7B8E-AAEB28A58231}" dt="2024-11-24T20:39:16.110" v="84"/>
        <pc:sldMkLst>
          <pc:docMk/>
          <pc:sldMk cId="1927816957" sldId="273"/>
        </pc:sldMkLst>
      </pc:sldChg>
      <pc:sldChg chg="addSp delSp modSp add replId">
        <pc:chgData name="Varsha Annamalai (She/Her/Hers)" userId="S::v_annamalai@uncg.edu::4b9be706-bf0a-459b-af26-9290bef75fc1" providerId="AD" clId="Web-{BCBCECF2-7FD8-AFFC-7B8E-AAEB28A58231}" dt="2024-11-24T08:37:53.172" v="24" actId="1076"/>
        <pc:sldMkLst>
          <pc:docMk/>
          <pc:sldMk cId="3694128433" sldId="280"/>
        </pc:sldMkLst>
        <pc:spChg chg="mod">
          <ac:chgData name="Varsha Annamalai (She/Her/Hers)" userId="S::v_annamalai@uncg.edu::4b9be706-bf0a-459b-af26-9290bef75fc1" providerId="AD" clId="Web-{BCBCECF2-7FD8-AFFC-7B8E-AAEB28A58231}" dt="2024-11-24T07:20:51.518" v="9" actId="20577"/>
          <ac:spMkLst>
            <pc:docMk/>
            <pc:sldMk cId="3694128433" sldId="280"/>
            <ac:spMk id="2" creationId="{70938B7B-455E-047A-3E98-ABCC63DCDCF3}"/>
          </ac:spMkLst>
        </pc:spChg>
        <pc:picChg chg="add mod ord">
          <ac:chgData name="Varsha Annamalai (She/Her/Hers)" userId="S::v_annamalai@uncg.edu::4b9be706-bf0a-459b-af26-9290bef75fc1" providerId="AD" clId="Web-{BCBCECF2-7FD8-AFFC-7B8E-AAEB28A58231}" dt="2024-11-24T08:37:53.172" v="24" actId="1076"/>
          <ac:picMkLst>
            <pc:docMk/>
            <pc:sldMk cId="3694128433" sldId="280"/>
            <ac:picMk id="3" creationId="{F87912B8-CD9E-B03E-9116-47AABD852E9B}"/>
          </ac:picMkLst>
        </pc:picChg>
      </pc:sldChg>
    </pc:docChg>
  </pc:docChgLst>
  <pc:docChgLst>
    <pc:chgData name="Varsha Annamalai (She/Her/Hers)" userId="S::v_annamalai@uncg.edu::4b9be706-bf0a-459b-af26-9290bef75fc1" providerId="AD" clId="Web-{5E522C87-8C21-DC60-DC7A-FA8A8E2CDF6B}"/>
    <pc:docChg chg="modSld">
      <pc:chgData name="Varsha Annamalai (She/Her/Hers)" userId="S::v_annamalai@uncg.edu::4b9be706-bf0a-459b-af26-9290bef75fc1" providerId="AD" clId="Web-{5E522C87-8C21-DC60-DC7A-FA8A8E2CDF6B}" dt="2024-11-26T20:37:02.707" v="62" actId="20577"/>
      <pc:docMkLst>
        <pc:docMk/>
      </pc:docMkLst>
      <pc:sldChg chg="modSp">
        <pc:chgData name="Varsha Annamalai (She/Her/Hers)" userId="S::v_annamalai@uncg.edu::4b9be706-bf0a-459b-af26-9290bef75fc1" providerId="AD" clId="Web-{5E522C87-8C21-DC60-DC7A-FA8A8E2CDF6B}" dt="2024-11-26T20:34:16.452" v="23" actId="20577"/>
        <pc:sldMkLst>
          <pc:docMk/>
          <pc:sldMk cId="109857222" sldId="256"/>
        </pc:sldMkLst>
        <pc:spChg chg="mod">
          <ac:chgData name="Varsha Annamalai (She/Her/Hers)" userId="S::v_annamalai@uncg.edu::4b9be706-bf0a-459b-af26-9290bef75fc1" providerId="AD" clId="Web-{5E522C87-8C21-DC60-DC7A-FA8A8E2CDF6B}" dt="2024-11-26T20:33:25.091" v="2" actId="20577"/>
          <ac:spMkLst>
            <pc:docMk/>
            <pc:sldMk cId="109857222" sldId="256"/>
            <ac:spMk id="2" creationId="{00000000-0000-0000-0000-000000000000}"/>
          </ac:spMkLst>
        </pc:spChg>
        <pc:spChg chg="mod">
          <ac:chgData name="Varsha Annamalai (She/Her/Hers)" userId="S::v_annamalai@uncg.edu::4b9be706-bf0a-459b-af26-9290bef75fc1" providerId="AD" clId="Web-{5E522C87-8C21-DC60-DC7A-FA8A8E2CDF6B}" dt="2024-11-26T20:34:16.452" v="23" actId="20577"/>
          <ac:spMkLst>
            <pc:docMk/>
            <pc:sldMk cId="109857222" sldId="256"/>
            <ac:spMk id="3" creationId="{00000000-0000-0000-0000-000000000000}"/>
          </ac:spMkLst>
        </pc:spChg>
      </pc:sldChg>
      <pc:sldChg chg="modSp">
        <pc:chgData name="Varsha Annamalai (She/Her/Hers)" userId="S::v_annamalai@uncg.edu::4b9be706-bf0a-459b-af26-9290bef75fc1" providerId="AD" clId="Web-{5E522C87-8C21-DC60-DC7A-FA8A8E2CDF6B}" dt="2024-11-26T20:37:02.707" v="62" actId="20577"/>
        <pc:sldMkLst>
          <pc:docMk/>
          <pc:sldMk cId="3728290108" sldId="279"/>
        </pc:sldMkLst>
        <pc:spChg chg="mod">
          <ac:chgData name="Varsha Annamalai (She/Her/Hers)" userId="S::v_annamalai@uncg.edu::4b9be706-bf0a-459b-af26-9290bef75fc1" providerId="AD" clId="Web-{5E522C87-8C21-DC60-DC7A-FA8A8E2CDF6B}" dt="2024-11-26T20:37:02.707" v="62" actId="20577"/>
          <ac:spMkLst>
            <pc:docMk/>
            <pc:sldMk cId="3728290108" sldId="279"/>
            <ac:spMk id="2" creationId="{B33410CB-2EEB-8CA8-89E1-109F490AE7C4}"/>
          </ac:spMkLst>
        </pc:spChg>
      </pc:sldChg>
    </pc:docChg>
  </pc:docChgLst>
  <pc:docChgLst>
    <pc:chgData name="Varsha Annamalai (She/Her/Hers)" userId="S::v_annamalai@uncg.edu::4b9be706-bf0a-459b-af26-9290bef75fc1" providerId="AD" clId="Web-{A1A3763A-6FD9-8EEF-B037-B8C890487484}"/>
    <pc:docChg chg="modSld">
      <pc:chgData name="Varsha Annamalai (She/Her/Hers)" userId="S::v_annamalai@uncg.edu::4b9be706-bf0a-459b-af26-9290bef75fc1" providerId="AD" clId="Web-{A1A3763A-6FD9-8EEF-B037-B8C890487484}" dt="2024-11-24T06:06:23.144" v="51" actId="1076"/>
      <pc:docMkLst>
        <pc:docMk/>
      </pc:docMkLst>
      <pc:sldChg chg="addSp delSp modSp">
        <pc:chgData name="Varsha Annamalai (She/Her/Hers)" userId="S::v_annamalai@uncg.edu::4b9be706-bf0a-459b-af26-9290bef75fc1" providerId="AD" clId="Web-{A1A3763A-6FD9-8EEF-B037-B8C890487484}" dt="2024-11-24T02:57:04.409" v="28" actId="1076"/>
        <pc:sldMkLst>
          <pc:docMk/>
          <pc:sldMk cId="236891647" sldId="266"/>
        </pc:sldMkLst>
      </pc:sldChg>
      <pc:sldChg chg="addSp delSp modSp">
        <pc:chgData name="Varsha Annamalai (She/Her/Hers)" userId="S::v_annamalai@uncg.edu::4b9be706-bf0a-459b-af26-9290bef75fc1" providerId="AD" clId="Web-{A1A3763A-6FD9-8EEF-B037-B8C890487484}" dt="2024-11-24T06:06:23.144" v="51" actId="1076"/>
        <pc:sldMkLst>
          <pc:docMk/>
          <pc:sldMk cId="4275968715" sldId="267"/>
        </pc:sldMkLst>
      </pc:sldChg>
      <pc:sldChg chg="addSp delSp modSp">
        <pc:chgData name="Varsha Annamalai (She/Her/Hers)" userId="S::v_annamalai@uncg.edu::4b9be706-bf0a-459b-af26-9290bef75fc1" providerId="AD" clId="Web-{A1A3763A-6FD9-8EEF-B037-B8C890487484}" dt="2024-11-24T05:32:58.116" v="43" actId="1076"/>
        <pc:sldMkLst>
          <pc:docMk/>
          <pc:sldMk cId="4158024863" sldId="268"/>
        </pc:sldMkLst>
        <pc:picChg chg="add mod ord">
          <ac:chgData name="Varsha Annamalai (She/Her/Hers)" userId="S::v_annamalai@uncg.edu::4b9be706-bf0a-459b-af26-9290bef75fc1" providerId="AD" clId="Web-{A1A3763A-6FD9-8EEF-B037-B8C890487484}" dt="2024-11-24T05:32:58.116" v="43" actId="1076"/>
          <ac:picMkLst>
            <pc:docMk/>
            <pc:sldMk cId="4158024863" sldId="268"/>
            <ac:picMk id="3" creationId="{88DAE035-6589-C44C-215B-6E0E25C1B695}"/>
          </ac:picMkLst>
        </pc:picChg>
      </pc:sldChg>
      <pc:sldChg chg="addSp delSp modSp">
        <pc:chgData name="Varsha Annamalai (She/Her/Hers)" userId="S::v_annamalai@uncg.edu::4b9be706-bf0a-459b-af26-9290bef75fc1" providerId="AD" clId="Web-{A1A3763A-6FD9-8EEF-B037-B8C890487484}" dt="2024-11-23T16:58:23.922" v="23" actId="1076"/>
        <pc:sldMkLst>
          <pc:docMk/>
          <pc:sldMk cId="1927816957" sldId="273"/>
        </pc:sldMkLst>
        <pc:spChg chg="mod">
          <ac:chgData name="Varsha Annamalai (She/Her/Hers)" userId="S::v_annamalai@uncg.edu::4b9be706-bf0a-459b-af26-9290bef75fc1" providerId="AD" clId="Web-{A1A3763A-6FD9-8EEF-B037-B8C890487484}" dt="2024-11-23T16:58:12.546" v="21"/>
          <ac:spMkLst>
            <pc:docMk/>
            <pc:sldMk cId="1927816957" sldId="273"/>
            <ac:spMk id="2" creationId="{70938B7B-455E-047A-3E98-ABCC63DCDCF3}"/>
          </ac:spMkLst>
        </pc:spChg>
        <pc:spChg chg="add del">
          <ac:chgData name="Varsha Annamalai (She/Her/Hers)" userId="S::v_annamalai@uncg.edu::4b9be706-bf0a-459b-af26-9290bef75fc1" providerId="AD" clId="Web-{A1A3763A-6FD9-8EEF-B037-B8C890487484}" dt="2024-11-23T16:58:12.546" v="21"/>
          <ac:spMkLst>
            <pc:docMk/>
            <pc:sldMk cId="1927816957" sldId="273"/>
            <ac:spMk id="8" creationId="{E0BA761B-DE6B-4078-B4C9-0FFE37D23862}"/>
          </ac:spMkLst>
        </pc:spChg>
        <pc:picChg chg="add mod ord">
          <ac:chgData name="Varsha Annamalai (She/Her/Hers)" userId="S::v_annamalai@uncg.edu::4b9be706-bf0a-459b-af26-9290bef75fc1" providerId="AD" clId="Web-{A1A3763A-6FD9-8EEF-B037-B8C890487484}" dt="2024-11-23T16:58:23.922" v="23" actId="1076"/>
          <ac:picMkLst>
            <pc:docMk/>
            <pc:sldMk cId="1927816957" sldId="273"/>
            <ac:picMk id="3" creationId="{403E9FF0-8047-18CE-D942-B25EA5F2906C}"/>
          </ac:picMkLst>
        </pc:picChg>
        <pc:cxnChg chg="add del">
          <ac:chgData name="Varsha Annamalai (She/Her/Hers)" userId="S::v_annamalai@uncg.edu::4b9be706-bf0a-459b-af26-9290bef75fc1" providerId="AD" clId="Web-{A1A3763A-6FD9-8EEF-B037-B8C890487484}" dt="2024-11-23T16:58:12.546" v="21"/>
          <ac:cxnSpMkLst>
            <pc:docMk/>
            <pc:sldMk cId="1927816957" sldId="273"/>
            <ac:cxnSpMk id="10" creationId="{05C630D5-1ADF-4994-883A-6501F0DFCFA0}"/>
          </ac:cxnSpMkLst>
        </pc:cxnChg>
      </pc:sldChg>
      <pc:sldChg chg="modSp">
        <pc:chgData name="Varsha Annamalai (She/Her/Hers)" userId="S::v_annamalai@uncg.edu::4b9be706-bf0a-459b-af26-9290bef75fc1" providerId="AD" clId="Web-{A1A3763A-6FD9-8EEF-B037-B8C890487484}" dt="2024-11-23T10:08:03.009" v="18" actId="1076"/>
        <pc:sldMkLst>
          <pc:docMk/>
          <pc:sldMk cId="3728290108" sldId="279"/>
        </pc:sldMkLst>
        <pc:spChg chg="mod">
          <ac:chgData name="Varsha Annamalai (She/Her/Hers)" userId="S::v_annamalai@uncg.edu::4b9be706-bf0a-459b-af26-9290bef75fc1" providerId="AD" clId="Web-{A1A3763A-6FD9-8EEF-B037-B8C890487484}" dt="2024-11-23T10:08:03.009" v="18" actId="1076"/>
          <ac:spMkLst>
            <pc:docMk/>
            <pc:sldMk cId="3728290108" sldId="279"/>
            <ac:spMk id="2" creationId="{B33410CB-2EEB-8CA8-89E1-109F490AE7C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A4A0F5-4C9D-46F2-9E07-74047D568617}" type="datetimeFigureOut">
              <a:t>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A16B6A-1031-4E36-87F0-8E3A259D54E1}" type="slidenum">
              <a:t>‹#›</a:t>
            </a:fld>
            <a:endParaRPr lang="en-US"/>
          </a:p>
        </p:txBody>
      </p:sp>
    </p:spTree>
    <p:extLst>
      <p:ext uri="{BB962C8B-B14F-4D97-AF65-F5344CB8AC3E}">
        <p14:creationId xmlns:p14="http://schemas.microsoft.com/office/powerpoint/2010/main" val="38885194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en-US">
                <a:cs typeface="Calibri"/>
              </a:rPr>
              <a:t>Today I'm going to start with the problem statement and what inspired this project.</a:t>
            </a:r>
            <a:endParaRPr lang="en-US"/>
          </a:p>
          <a:p>
            <a:pPr marL="171450" indent="-171450">
              <a:buFont typeface="Arial"/>
              <a:buChar char="•"/>
            </a:pPr>
            <a:r>
              <a:rPr lang="en-US">
                <a:cs typeface="Calibri"/>
              </a:rPr>
              <a:t>Followed by a brief introduction on what this project is all about </a:t>
            </a:r>
            <a:endParaRPr lang="en-US">
              <a:ea typeface="Calibri" panose="020F0502020204030204"/>
              <a:cs typeface="Calibri"/>
            </a:endParaRPr>
          </a:p>
          <a:p>
            <a:pPr marL="171450" indent="-171450">
              <a:buFont typeface="Arial"/>
              <a:buChar char="•"/>
            </a:pPr>
            <a:r>
              <a:rPr lang="en-US">
                <a:cs typeface="Calibri"/>
              </a:rPr>
              <a:t>I am going to then talk a little bit about the dataset.</a:t>
            </a:r>
            <a:endParaRPr lang="en-US">
              <a:ea typeface="Calibri" panose="020F0502020204030204"/>
              <a:cs typeface="Calibri"/>
            </a:endParaRPr>
          </a:p>
          <a:p>
            <a:pPr marL="171450" indent="-171450">
              <a:buFont typeface="Arial"/>
              <a:buChar char="•"/>
            </a:pPr>
            <a:r>
              <a:rPr lang="en-US">
                <a:cs typeface="Calibri"/>
              </a:rPr>
              <a:t>And the methodology that I have used in this project followed by the experimental study used and the result section.</a:t>
            </a:r>
            <a:endParaRPr lang="en-US">
              <a:ea typeface="Calibri" panose="020F0502020204030204"/>
              <a:cs typeface="Calibri"/>
            </a:endParaRPr>
          </a:p>
          <a:p>
            <a:pPr marL="171450" indent="-171450">
              <a:buFont typeface="Arial"/>
              <a:buChar char="•"/>
            </a:pPr>
            <a:r>
              <a:rPr lang="en-US">
                <a:cs typeface="Calibri"/>
              </a:rPr>
              <a:t>Finally ill be talking about the observations done in this project and conclusion. </a:t>
            </a:r>
            <a:endParaRPr lang="en-US">
              <a:ea typeface="Calibri" panose="020F0502020204030204"/>
              <a:cs typeface="Calibri"/>
            </a:endParaRPr>
          </a:p>
          <a:p>
            <a:endParaRPr lang="en-US">
              <a:cs typeface="Calibri"/>
            </a:endParaRPr>
          </a:p>
          <a:p>
            <a:r>
              <a:rPr lang="en-US">
                <a:cs typeface="Calibri"/>
              </a:rPr>
              <a:t>We will have enough time for Q&amp;A at the end of the presentation but feel free to stop me at any point during the presentation if you have any questions or need any clarifications.</a:t>
            </a:r>
          </a:p>
          <a:p>
            <a:endParaRPr lang="en-US">
              <a:ea typeface="Calibri"/>
              <a:cs typeface="Calibri"/>
            </a:endParaRPr>
          </a:p>
          <a:p>
            <a:r>
              <a:rPr lang="en-US">
                <a:ea typeface="Calibri"/>
                <a:cs typeface="Calibri"/>
              </a:rPr>
              <a:t>So, Before going into the problem statement , I would like to talk about a few non-technical facts and information about the project.</a:t>
            </a:r>
          </a:p>
          <a:p>
            <a:r>
              <a:rPr lang="en-US"/>
              <a:t>Medical Imaging</a:t>
            </a:r>
          </a:p>
          <a:p>
            <a:r>
              <a:rPr lang="en-US"/>
              <a:t>FACT</a:t>
            </a:r>
          </a:p>
          <a:p>
            <a:pPr marL="171450" indent="-171450">
              <a:buFont typeface="Arial,Sans-Serif"/>
              <a:buChar char="•"/>
            </a:pPr>
            <a:r>
              <a:rPr lang="en-US"/>
              <a:t>November 8, 1895 –  marked (as a big milestone in medical history) the beginning of the field of medical imaging (according to "National Institutes of health.gov (NIH)")</a:t>
            </a:r>
          </a:p>
          <a:p>
            <a:pPr marL="171450" indent="-171450">
              <a:buFont typeface="Arial,Sans-Serif"/>
              <a:buChar char="•"/>
            </a:pPr>
            <a:r>
              <a:rPr lang="en-US"/>
              <a:t>When Wilhelm Conrad Röntgen discovered the X-ray, while experimenting with cathode rays, and the first X-ray image was taken of his wife's hand.</a:t>
            </a:r>
          </a:p>
          <a:p>
            <a:pPr marL="171450" indent="-171450">
              <a:lnSpc>
                <a:spcPct val="120000"/>
              </a:lnSpc>
              <a:spcBef>
                <a:spcPts val="1000"/>
              </a:spcBef>
              <a:buFont typeface="Arial,Sans-Serif"/>
              <a:buChar char="•"/>
            </a:pPr>
            <a:r>
              <a:rPr lang="en-US"/>
              <a:t>Since then Medical Imaging has been playing an important role, in creating images of the human body for the healthcare professionals to diagnose, monitor and treat medical conditions by providing a detailed view of the internal structure of the body.</a:t>
            </a:r>
          </a:p>
          <a:p>
            <a:pPr marL="171450" indent="-171450">
              <a:buFont typeface="Arial,Sans-Serif"/>
              <a:buChar char="•"/>
            </a:pPr>
            <a:endParaRPr lang="en-US"/>
          </a:p>
          <a:p>
            <a:r>
              <a:rPr lang="en-US"/>
              <a:t>MRI</a:t>
            </a:r>
          </a:p>
          <a:p>
            <a:pPr marL="171450" indent="-171450">
              <a:buFont typeface="Arial,Sans-Serif"/>
              <a:buChar char="•"/>
            </a:pPr>
            <a:r>
              <a:rPr lang="en-US"/>
              <a:t>Images of the human body are created using a variety of means such as ultrasound, magnetic resonance, nuclear medicine and X-rays.</a:t>
            </a:r>
          </a:p>
          <a:p>
            <a:pPr marL="171450" indent="-171450">
              <a:lnSpc>
                <a:spcPct val="120000"/>
              </a:lnSpc>
              <a:spcBef>
                <a:spcPts val="1000"/>
              </a:spcBef>
              <a:buFont typeface="Arial,Sans-Serif"/>
              <a:buChar char="•"/>
            </a:pPr>
            <a:r>
              <a:rPr lang="en-US"/>
              <a:t>The one we are using is Magnetic resonance imaging (MRI),</a:t>
            </a:r>
          </a:p>
          <a:p>
            <a:pPr>
              <a:lnSpc>
                <a:spcPct val="120000"/>
              </a:lnSpc>
              <a:spcBef>
                <a:spcPts val="1000"/>
              </a:spcBef>
            </a:pPr>
            <a:r>
              <a:rPr lang="en-US"/>
              <a:t>FACT</a:t>
            </a:r>
          </a:p>
          <a:p>
            <a:pPr marL="171450" indent="-171450">
              <a:lnSpc>
                <a:spcPct val="120000"/>
              </a:lnSpc>
              <a:spcBef>
                <a:spcPts val="1000"/>
              </a:spcBef>
              <a:buFont typeface="Arial,Sans-Serif"/>
              <a:buChar char="•"/>
            </a:pPr>
            <a:r>
              <a:rPr lang="en-US"/>
              <a:t>Another fact, July 3, 1977 was when the first MRI exam was done on a live human patient. (according to "American Physical society.org")</a:t>
            </a:r>
          </a:p>
          <a:p>
            <a:pPr marL="171450" indent="-171450">
              <a:lnSpc>
                <a:spcPct val="120000"/>
              </a:lnSpc>
              <a:spcBef>
                <a:spcPts val="1000"/>
              </a:spcBef>
              <a:buFont typeface="Arial,Sans-Serif"/>
              <a:buChar char="•"/>
            </a:pPr>
            <a:r>
              <a:rPr lang="en-US"/>
              <a:t>And since then it has become an extremely useful non-invasive method for imagining internal bodily structures and diagnosing disease.</a:t>
            </a:r>
          </a:p>
        </p:txBody>
      </p:sp>
      <p:sp>
        <p:nvSpPr>
          <p:cNvPr id="4" name="Slide Number Placeholder 3"/>
          <p:cNvSpPr>
            <a:spLocks noGrp="1"/>
          </p:cNvSpPr>
          <p:nvPr>
            <p:ph type="sldNum" sz="quarter" idx="5"/>
          </p:nvPr>
        </p:nvSpPr>
        <p:spPr/>
        <p:txBody>
          <a:bodyPr/>
          <a:lstStyle/>
          <a:p>
            <a:fld id="{32A16B6A-1031-4E36-87F0-8E3A259D54E1}" type="slidenum">
              <a:rPr lang="en-US"/>
              <a:t>2</a:t>
            </a:fld>
            <a:endParaRPr lang="en-US"/>
          </a:p>
        </p:txBody>
      </p:sp>
    </p:spTree>
    <p:extLst>
      <p:ext uri="{BB962C8B-B14F-4D97-AF65-F5344CB8AC3E}">
        <p14:creationId xmlns:p14="http://schemas.microsoft.com/office/powerpoint/2010/main" val="38548410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Challenge – However MRI-based brain tumor detection remains a critical challenge.</a:t>
            </a:r>
            <a:endParaRPr lang="en-US">
              <a:ea typeface="Calibri" panose="020F0502020204030204"/>
              <a:cs typeface="Calibri" panose="020F0502020204030204"/>
            </a:endParaRPr>
          </a:p>
          <a:p>
            <a:pPr marL="171450" indent="-171450">
              <a:buFont typeface="Arial,Sans-Serif"/>
              <a:buChar char="•"/>
            </a:pPr>
            <a:r>
              <a:rPr lang="en-US"/>
              <a:t>Due to the varying type, size, shape, and location of tumor for every patient.</a:t>
            </a:r>
            <a:endParaRPr lang="en-US">
              <a:ea typeface="Calibri"/>
              <a:cs typeface="Calibri"/>
            </a:endParaRPr>
          </a:p>
          <a:p>
            <a:pPr marL="171450" indent="-171450">
              <a:buFont typeface="Arial,Sans-Serif"/>
              <a:buChar char="•"/>
            </a:pPr>
            <a:r>
              <a:rPr lang="en-US"/>
              <a:t>Variability in tumor appearances depending the type and location.</a:t>
            </a:r>
            <a:endParaRPr lang="en-US">
              <a:ea typeface="Calibri" panose="020F0502020204030204"/>
              <a:cs typeface="Calibri" panose="020F0502020204030204"/>
            </a:endParaRPr>
          </a:p>
          <a:p>
            <a:pPr marL="171450" indent="-171450">
              <a:buFont typeface="Arial,Sans-Serif"/>
              <a:buChar char="•"/>
            </a:pPr>
            <a:r>
              <a:rPr lang="en-US"/>
              <a:t>The potential for small tumor to be missed.</a:t>
            </a:r>
            <a:endParaRPr lang="en-US">
              <a:ea typeface="Calibri" panose="020F0502020204030204"/>
              <a:cs typeface="Calibri" panose="020F0502020204030204"/>
            </a:endParaRPr>
          </a:p>
          <a:p>
            <a:pPr marL="171450" indent="-171450">
              <a:buFont typeface="Arial,Sans-Serif"/>
              <a:buChar char="•"/>
            </a:pPr>
            <a:r>
              <a:rPr lang="en-US"/>
              <a:t>The presence of normal tissue mimicking tumors.</a:t>
            </a:r>
            <a:endParaRPr lang="en-US">
              <a:ea typeface="Calibri" panose="020F0502020204030204"/>
              <a:cs typeface="Calibri" panose="020F0502020204030204"/>
            </a:endParaRPr>
          </a:p>
          <a:p>
            <a:pPr marL="171450" indent="-171450">
              <a:buFont typeface="Arial,Sans-Serif"/>
              <a:buChar char="•"/>
            </a:pPr>
            <a:r>
              <a:rPr lang="en-US"/>
              <a:t>Factors like patient movement during scans Etc.</a:t>
            </a:r>
            <a:endParaRPr lang="en-US">
              <a:ea typeface="Calibri"/>
              <a:cs typeface="Calibri"/>
            </a:endParaRPr>
          </a:p>
          <a:p>
            <a:endParaRPr lang="en-US">
              <a:ea typeface="Calibri"/>
              <a:cs typeface="Calibri"/>
            </a:endParaRPr>
          </a:p>
          <a:p>
            <a:r>
              <a:rPr lang="en-US"/>
              <a:t>Solution – To focus on addressing these challenge, we explored different medical imaging analysis techniques in combination.</a:t>
            </a:r>
          </a:p>
          <a:p>
            <a:pPr marL="171450" indent="-171450">
              <a:buFont typeface="Arial,Sans-Serif"/>
              <a:buChar char="•"/>
            </a:pPr>
            <a:r>
              <a:rPr lang="en-US"/>
              <a:t>feature space creation with different features combinations (8 features, 10 features), which were selected with the help of feature importance matrices to prioritize the most relevant attributes.</a:t>
            </a:r>
          </a:p>
          <a:p>
            <a:pPr marL="171450" indent="-171450">
              <a:buFont typeface="Arial,Sans-Serif"/>
              <a:buChar char="•"/>
            </a:pPr>
            <a:r>
              <a:rPr lang="en-US"/>
              <a:t>image processing techniques (filters)</a:t>
            </a:r>
          </a:p>
          <a:p>
            <a:pPr marL="171450" indent="-171450">
              <a:buFont typeface="Arial,Sans-Serif"/>
              <a:buChar char="•"/>
            </a:pPr>
            <a:r>
              <a:rPr lang="en-US"/>
              <a:t>Pixel based detection technique</a:t>
            </a:r>
          </a:p>
          <a:p>
            <a:pPr marL="171450" indent="-171450">
              <a:buFont typeface="Arial,Sans-Serif"/>
              <a:buChar char="•"/>
            </a:pPr>
            <a:endParaRPr lang="en-US"/>
          </a:p>
          <a:p>
            <a:endParaRPr lang="en-US">
              <a:ea typeface="Calibri"/>
              <a:cs typeface="Calibri"/>
            </a:endParaRPr>
          </a:p>
        </p:txBody>
      </p:sp>
      <p:sp>
        <p:nvSpPr>
          <p:cNvPr id="4" name="Slide Number Placeholder 3"/>
          <p:cNvSpPr>
            <a:spLocks noGrp="1"/>
          </p:cNvSpPr>
          <p:nvPr>
            <p:ph type="sldNum" sz="quarter" idx="5"/>
          </p:nvPr>
        </p:nvSpPr>
        <p:spPr/>
        <p:txBody>
          <a:bodyPr/>
          <a:lstStyle/>
          <a:p>
            <a:fld id="{32A16B6A-1031-4E36-87F0-8E3A259D54E1}" type="slidenum">
              <a:rPr lang="en-US"/>
              <a:t>3</a:t>
            </a:fld>
            <a:endParaRPr lang="en-US"/>
          </a:p>
        </p:txBody>
      </p:sp>
    </p:spTree>
    <p:extLst>
      <p:ext uri="{BB962C8B-B14F-4D97-AF65-F5344CB8AC3E}">
        <p14:creationId xmlns:p14="http://schemas.microsoft.com/office/powerpoint/2010/main" val="9616993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a:p>
            <a:pPr>
              <a:lnSpc>
                <a:spcPct val="120000"/>
              </a:lnSpc>
              <a:spcBef>
                <a:spcPts val="1000"/>
              </a:spcBef>
            </a:pPr>
            <a:r>
              <a:rPr lang="en-US"/>
              <a:t>Image Processing Techniques </a:t>
            </a:r>
            <a:endParaRPr lang="en-US">
              <a:ea typeface="Calibri"/>
              <a:cs typeface="Calibri"/>
            </a:endParaRPr>
          </a:p>
          <a:p>
            <a:pPr marL="171450" indent="-171450">
              <a:lnSpc>
                <a:spcPct val="120000"/>
              </a:lnSpc>
              <a:spcBef>
                <a:spcPts val="1000"/>
              </a:spcBef>
              <a:buFont typeface="Arial"/>
              <a:buChar char="•"/>
            </a:pPr>
            <a:r>
              <a:rPr lang="en-US"/>
              <a:t>Modify image’s properties by altering the values of pixels based on the values of neighboring pixels to prepare them for further analysis.</a:t>
            </a:r>
            <a:endParaRPr lang="en-US">
              <a:cs typeface="Calibri"/>
            </a:endParaRPr>
          </a:p>
          <a:p>
            <a:pPr marL="171450" indent="-171450">
              <a:lnSpc>
                <a:spcPct val="120000"/>
              </a:lnSpc>
              <a:spcBef>
                <a:spcPts val="1000"/>
              </a:spcBef>
              <a:buFont typeface="Arial"/>
              <a:buChar char="•"/>
            </a:pPr>
            <a:r>
              <a:rPr lang="en-US">
                <a:cs typeface="Calibri"/>
              </a:rPr>
              <a:t>Techniques involve </a:t>
            </a:r>
            <a:r>
              <a:rPr lang="en-US"/>
              <a:t>- applying various filters, noise reduction, edge detection, feature extraction, and segmentation.</a:t>
            </a:r>
            <a:endParaRPr lang="en-US">
              <a:cs typeface="Calibri" panose="020F0502020204030204"/>
            </a:endParaRPr>
          </a:p>
          <a:p>
            <a:pPr marL="171450" indent="-171450">
              <a:lnSpc>
                <a:spcPct val="120000"/>
              </a:lnSpc>
              <a:spcBef>
                <a:spcPts val="1000"/>
              </a:spcBef>
              <a:buFont typeface="Arial"/>
              <a:buChar char="•"/>
            </a:pPr>
            <a:r>
              <a:rPr lang="en-US"/>
              <a:t>This process helps while feature space creating and bettering training.</a:t>
            </a:r>
            <a:endParaRPr lang="en-US">
              <a:cs typeface="Calibri"/>
            </a:endParaRPr>
          </a:p>
          <a:p>
            <a:pPr>
              <a:lnSpc>
                <a:spcPct val="120000"/>
              </a:lnSpc>
              <a:spcBef>
                <a:spcPts val="1000"/>
              </a:spcBef>
            </a:pPr>
            <a:endParaRPr lang="en-US">
              <a:cs typeface="Calibri"/>
            </a:endParaRPr>
          </a:p>
          <a:p>
            <a:pPr>
              <a:lnSpc>
                <a:spcPct val="120000"/>
              </a:lnSpc>
              <a:spcBef>
                <a:spcPts val="1000"/>
              </a:spcBef>
            </a:pPr>
            <a:r>
              <a:rPr lang="en-US"/>
              <a:t>Feature Space Creation </a:t>
            </a:r>
            <a:endParaRPr lang="en-US">
              <a:cs typeface="Calibri"/>
            </a:endParaRPr>
          </a:p>
          <a:p>
            <a:pPr marL="171450" indent="-171450">
              <a:lnSpc>
                <a:spcPct val="120000"/>
              </a:lnSpc>
              <a:spcBef>
                <a:spcPts val="1000"/>
              </a:spcBef>
              <a:buFont typeface="Arial"/>
              <a:buChar char="•"/>
            </a:pPr>
            <a:r>
              <a:rPr lang="en-US">
                <a:cs typeface="Calibri"/>
              </a:rPr>
              <a:t>Construction of a multi-dimensional detailed representation of image char.</a:t>
            </a:r>
            <a:endParaRPr lang="en-US">
              <a:ea typeface="Calibri"/>
              <a:cs typeface="Calibri"/>
            </a:endParaRPr>
          </a:p>
          <a:p>
            <a:pPr marL="171450" indent="-171450">
              <a:lnSpc>
                <a:spcPct val="120000"/>
              </a:lnSpc>
              <a:spcBef>
                <a:spcPts val="1000"/>
              </a:spcBef>
              <a:buFont typeface="Arial"/>
              <a:buChar char="•"/>
            </a:pPr>
            <a:r>
              <a:rPr lang="en-US">
                <a:cs typeface="Calibri"/>
              </a:rPr>
              <a:t>The </a:t>
            </a:r>
            <a:r>
              <a:rPr lang="en-US"/>
              <a:t>dimension of the feature space is determined by the number of features used to describe the patterns. (we experimented with 8, 6, 14, and 10 features)</a:t>
            </a:r>
            <a:endParaRPr lang="en-US">
              <a:cs typeface="Calibri"/>
            </a:endParaRPr>
          </a:p>
          <a:p>
            <a:pPr marL="171450" indent="-171450">
              <a:buFont typeface="Arial"/>
              <a:buChar char="•"/>
            </a:pPr>
            <a:r>
              <a:rPr lang="en-US"/>
              <a:t>which makes it useful for visualizing and analyzing datapoints and easier with creating pixel-based brain tumor detection models that are more reliable and accurate.</a:t>
            </a:r>
            <a:endParaRPr lang="en-US">
              <a:cs typeface="Calibri"/>
            </a:endParaRPr>
          </a:p>
          <a:p>
            <a:pPr>
              <a:lnSpc>
                <a:spcPct val="120000"/>
              </a:lnSpc>
              <a:spcBef>
                <a:spcPts val="1000"/>
              </a:spcBef>
            </a:pPr>
            <a:endParaRPr lang="en-US">
              <a:cs typeface="Calibri"/>
            </a:endParaRPr>
          </a:p>
          <a:p>
            <a:pPr>
              <a:lnSpc>
                <a:spcPct val="120000"/>
              </a:lnSpc>
              <a:spcBef>
                <a:spcPts val="1000"/>
              </a:spcBef>
            </a:pPr>
            <a:r>
              <a:rPr lang="en-US"/>
              <a:t>Pixel Based Detection Technique </a:t>
            </a:r>
            <a:endParaRPr lang="en-US">
              <a:ea typeface="Calibri"/>
              <a:cs typeface="Calibri"/>
            </a:endParaRPr>
          </a:p>
          <a:p>
            <a:pPr marL="171450" indent="-171450">
              <a:lnSpc>
                <a:spcPct val="120000"/>
              </a:lnSpc>
              <a:spcBef>
                <a:spcPts val="1000"/>
              </a:spcBef>
              <a:buFont typeface="Arial"/>
              <a:buChar char="•"/>
            </a:pPr>
            <a:r>
              <a:rPr lang="en-US"/>
              <a:t>An analysis of MRI images at a granular level to identify and differentiate between tumor and non-tumor regions.</a:t>
            </a:r>
            <a:endParaRPr lang="en-US">
              <a:cs typeface="Calibri"/>
            </a:endParaRPr>
          </a:p>
          <a:p>
            <a:pPr marL="171450" indent="-171450">
              <a:lnSpc>
                <a:spcPct val="120000"/>
              </a:lnSpc>
              <a:spcBef>
                <a:spcPts val="1000"/>
              </a:spcBef>
              <a:buFont typeface="Arial"/>
              <a:buChar char="•"/>
            </a:pPr>
            <a:r>
              <a:rPr lang="en-US"/>
              <a:t>Analyzing each pixel ensures that no details are missed for more accurate tumor detection.</a:t>
            </a:r>
            <a:endParaRPr lang="en-US">
              <a:cs typeface="Calibri"/>
            </a:endParaRPr>
          </a:p>
          <a:p>
            <a:pPr>
              <a:lnSpc>
                <a:spcPct val="120000"/>
              </a:lnSpc>
              <a:spcBef>
                <a:spcPts val="1000"/>
              </a:spcBef>
            </a:pPr>
            <a:endParaRPr lang="en-US">
              <a:cs typeface="Calibri"/>
            </a:endParaRPr>
          </a:p>
          <a:p>
            <a:pPr>
              <a:lnSpc>
                <a:spcPct val="120000"/>
              </a:lnSpc>
              <a:spcBef>
                <a:spcPts val="1000"/>
              </a:spcBef>
            </a:pPr>
            <a:r>
              <a:rPr lang="en-US">
                <a:cs typeface="Calibri"/>
              </a:rPr>
              <a:t>Machine Learning models (classifiers)</a:t>
            </a:r>
            <a:endParaRPr lang="en-US">
              <a:ea typeface="Calibri"/>
              <a:cs typeface="Calibri"/>
            </a:endParaRPr>
          </a:p>
          <a:p>
            <a:pPr marL="171450" indent="-171450">
              <a:lnSpc>
                <a:spcPct val="120000"/>
              </a:lnSpc>
              <a:spcBef>
                <a:spcPts val="1000"/>
              </a:spcBef>
              <a:buFont typeface="Arial"/>
              <a:buChar char="•"/>
            </a:pPr>
            <a:r>
              <a:rPr lang="en-US">
                <a:cs typeface="Calibri"/>
              </a:rPr>
              <a:t>ML models </a:t>
            </a:r>
            <a:r>
              <a:rPr lang="en-US"/>
              <a:t>are trained to classify each pixel based on its pixel values that indicate the presence of a tumor.</a:t>
            </a:r>
            <a:endParaRPr lang="en-US">
              <a:cs typeface="Calibri"/>
            </a:endParaRPr>
          </a:p>
          <a:p>
            <a:pPr marL="171450" indent="-171450">
              <a:buFont typeface="Arial"/>
              <a:buChar char="•"/>
            </a:pPr>
            <a:r>
              <a:rPr lang="en-US"/>
              <a:t>Random forest, machine learning model is used. It uses a collection of decision tress to make prediction.</a:t>
            </a:r>
            <a:endParaRPr lang="en-US">
              <a:cs typeface="Calibri"/>
            </a:endParaRPr>
          </a:p>
          <a:p>
            <a:pPr>
              <a:lnSpc>
                <a:spcPct val="120000"/>
              </a:lnSpc>
              <a:spcBef>
                <a:spcPts val="1000"/>
              </a:spcBef>
            </a:pPr>
            <a:endParaRPr lang="en-US">
              <a:cs typeface="Calibri"/>
            </a:endParaRPr>
          </a:p>
          <a:p>
            <a:pPr>
              <a:lnSpc>
                <a:spcPct val="120000"/>
              </a:lnSpc>
              <a:spcBef>
                <a:spcPts val="1000"/>
              </a:spcBef>
            </a:pPr>
            <a:endParaRPr lang="en-US">
              <a:cs typeface="Calibri"/>
            </a:endParaRPr>
          </a:p>
          <a:p>
            <a:pPr>
              <a:lnSpc>
                <a:spcPct val="120000"/>
              </a:lnSpc>
              <a:spcBef>
                <a:spcPts val="1000"/>
              </a:spcBef>
            </a:pPr>
            <a:endParaRPr lang="en-US">
              <a:cs typeface="Calibri"/>
            </a:endParaRPr>
          </a:p>
        </p:txBody>
      </p:sp>
      <p:sp>
        <p:nvSpPr>
          <p:cNvPr id="4" name="Slide Number Placeholder 3"/>
          <p:cNvSpPr>
            <a:spLocks noGrp="1"/>
          </p:cNvSpPr>
          <p:nvPr>
            <p:ph type="sldNum" sz="quarter" idx="5"/>
          </p:nvPr>
        </p:nvSpPr>
        <p:spPr/>
        <p:txBody>
          <a:bodyPr/>
          <a:lstStyle/>
          <a:p>
            <a:fld id="{32A16B6A-1031-4E36-87F0-8E3A259D54E1}" type="slidenum">
              <a:t>4</a:t>
            </a:fld>
            <a:endParaRPr lang="en-US"/>
          </a:p>
        </p:txBody>
      </p:sp>
    </p:spTree>
    <p:extLst>
      <p:ext uri="{BB962C8B-B14F-4D97-AF65-F5344CB8AC3E}">
        <p14:creationId xmlns:p14="http://schemas.microsoft.com/office/powerpoint/2010/main" val="3004522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endParaRPr lang="en-US">
              <a:ea typeface="Calibri"/>
              <a:cs typeface="Calibri"/>
            </a:endParaRPr>
          </a:p>
          <a:p>
            <a:pPr marL="171450" indent="-171450">
              <a:lnSpc>
                <a:spcPct val="120000"/>
              </a:lnSpc>
              <a:spcBef>
                <a:spcPts val="1000"/>
              </a:spcBef>
              <a:buFont typeface="Arial"/>
              <a:buChar char="•"/>
            </a:pPr>
            <a:r>
              <a:rPr lang="en-US"/>
              <a:t>This project is builds upon a previous version titled "Pixel Level Feature Space Modeling and Brain Tumor Detection using Machine Learning" done by Ritu </a:t>
            </a:r>
            <a:r>
              <a:rPr lang="en-US" err="1"/>
              <a:t>joshi</a:t>
            </a:r>
            <a:r>
              <a:rPr lang="en-US"/>
              <a:t>. Which used </a:t>
            </a:r>
            <a:r>
              <a:rPr lang="en-US" err="1"/>
              <a:t>BraTS</a:t>
            </a:r>
            <a:r>
              <a:rPr lang="en-US"/>
              <a:t> 2015 dataset and focused on single volumetric data.</a:t>
            </a:r>
            <a:endParaRPr lang="en-US">
              <a:ea typeface="Calibri"/>
              <a:cs typeface="Calibri"/>
            </a:endParaRPr>
          </a:p>
          <a:p>
            <a:pPr marL="171450" indent="-171450">
              <a:lnSpc>
                <a:spcPct val="120000"/>
              </a:lnSpc>
              <a:spcBef>
                <a:spcPts val="1000"/>
              </a:spcBef>
              <a:buFont typeface="Arial"/>
              <a:buChar char="•"/>
            </a:pPr>
            <a:endParaRPr lang="en-US">
              <a:ea typeface="Calibri"/>
              <a:cs typeface="Calibri"/>
            </a:endParaRPr>
          </a:p>
          <a:p>
            <a:pPr marL="171450" indent="-171450">
              <a:lnSpc>
                <a:spcPct val="120000"/>
              </a:lnSpc>
              <a:spcBef>
                <a:spcPts val="1000"/>
              </a:spcBef>
              <a:buFont typeface="Arial"/>
              <a:buChar char="•"/>
            </a:pPr>
            <a:r>
              <a:rPr lang="en-US"/>
              <a:t>R. Joshi, S. Suthaharan, "Pixel-Level Feature Space Modeling and Brain Tumor Detection Using Machine Learning," ICMLA, pp. 0-6, 2020</a:t>
            </a:r>
            <a:endParaRPr lang="en-US">
              <a:ea typeface="Calibri" panose="020F0502020204030204"/>
              <a:cs typeface="Calibri" panose="020F0502020204030204"/>
            </a:endParaRPr>
          </a:p>
          <a:p>
            <a:pPr marL="171450" indent="-171450">
              <a:lnSpc>
                <a:spcPct val="120000"/>
              </a:lnSpc>
              <a:spcBef>
                <a:spcPts val="1000"/>
              </a:spcBef>
              <a:buFont typeface="Arial"/>
              <a:buChar char="•"/>
            </a:pPr>
            <a:endParaRPr lang="en-US"/>
          </a:p>
          <a:p>
            <a:pPr marL="171450" indent="-171450">
              <a:lnSpc>
                <a:spcPct val="120000"/>
              </a:lnSpc>
              <a:spcBef>
                <a:spcPts val="1000"/>
              </a:spcBef>
              <a:buFont typeface="Arial"/>
              <a:buChar char="•"/>
            </a:pPr>
            <a:r>
              <a:rPr lang="en-US"/>
              <a:t>While my project utilizes </a:t>
            </a:r>
            <a:r>
              <a:rPr lang="en-IN"/>
              <a:t>brain tumour segmentation dataset(</a:t>
            </a:r>
            <a:r>
              <a:rPr lang="en-IN" err="1"/>
              <a:t>BraTS</a:t>
            </a:r>
            <a:r>
              <a:rPr lang="en-IN"/>
              <a:t>) 2020 from Kaggle</a:t>
            </a:r>
            <a:r>
              <a:rPr lang="en-US"/>
              <a:t>, as it provides access to a </a:t>
            </a:r>
            <a:r>
              <a:rPr lang="en-US">
                <a:cs typeface="Calibri"/>
              </a:rPr>
              <a:t>Larder dataset with more patient cases,</a:t>
            </a:r>
            <a:endParaRPr lang="en-US">
              <a:ea typeface="Calibri" panose="020F0502020204030204"/>
              <a:cs typeface="Calibri" panose="020F0502020204030204"/>
            </a:endParaRPr>
          </a:p>
          <a:p>
            <a:pPr marL="171450" indent="-171450">
              <a:lnSpc>
                <a:spcPct val="120000"/>
              </a:lnSpc>
              <a:spcBef>
                <a:spcPts val="1000"/>
              </a:spcBef>
              <a:buFont typeface="Arial"/>
              <a:buChar char="•"/>
            </a:pPr>
            <a:r>
              <a:rPr lang="en-US"/>
              <a:t>more comprehensive, </a:t>
            </a:r>
            <a:endParaRPr lang="en-US">
              <a:cs typeface="Calibri" panose="020F0502020204030204"/>
            </a:endParaRPr>
          </a:p>
          <a:p>
            <a:pPr marL="171450" indent="-171450">
              <a:lnSpc>
                <a:spcPct val="120000"/>
              </a:lnSpc>
              <a:spcBef>
                <a:spcPts val="1000"/>
              </a:spcBef>
              <a:buFont typeface="Arial"/>
              <a:buChar char="•"/>
            </a:pPr>
            <a:r>
              <a:rPr lang="en-US"/>
              <a:t>varied, and </a:t>
            </a:r>
            <a:endParaRPr lang="en-US">
              <a:cs typeface="Calibri" panose="020F0502020204030204"/>
            </a:endParaRPr>
          </a:p>
          <a:p>
            <a:pPr marL="171450" indent="-171450">
              <a:lnSpc>
                <a:spcPct val="120000"/>
              </a:lnSpc>
              <a:spcBef>
                <a:spcPts val="1000"/>
              </a:spcBef>
              <a:buFont typeface="Arial"/>
              <a:buChar char="•"/>
            </a:pPr>
            <a:r>
              <a:rPr lang="en-US"/>
              <a:t>up-to-date dataset, </a:t>
            </a:r>
            <a:endParaRPr lang="en-US">
              <a:cs typeface="Calibri" panose="020F0502020204030204"/>
            </a:endParaRPr>
          </a:p>
          <a:p>
            <a:pPr marL="171450" indent="-171450">
              <a:lnSpc>
                <a:spcPct val="120000"/>
              </a:lnSpc>
              <a:spcBef>
                <a:spcPts val="1000"/>
              </a:spcBef>
              <a:buFont typeface="Arial"/>
              <a:buChar char="•"/>
            </a:pPr>
            <a:r>
              <a:rPr lang="en-US">
                <a:cs typeface="Calibri" panose="020F0502020204030204"/>
              </a:rPr>
              <a:t>Pre-processed,</a:t>
            </a:r>
            <a:endParaRPr lang="en-US"/>
          </a:p>
          <a:p>
            <a:pPr marL="171450" indent="-171450">
              <a:lnSpc>
                <a:spcPct val="120000"/>
              </a:lnSpc>
              <a:spcBef>
                <a:spcPts val="1000"/>
              </a:spcBef>
              <a:buFont typeface="Arial"/>
              <a:buChar char="•"/>
            </a:pPr>
            <a:r>
              <a:rPr lang="en-US"/>
              <a:t>more accurate and detailed segmentation labels,</a:t>
            </a:r>
            <a:endParaRPr lang="en-US">
              <a:ea typeface="Calibri"/>
              <a:cs typeface="Calibri"/>
            </a:endParaRPr>
          </a:p>
          <a:p>
            <a:pPr marL="171450" indent="-171450">
              <a:lnSpc>
                <a:spcPct val="120000"/>
              </a:lnSpc>
              <a:spcBef>
                <a:spcPts val="1000"/>
              </a:spcBef>
              <a:buFont typeface="Arial"/>
              <a:buChar char="•"/>
            </a:pPr>
            <a:r>
              <a:rPr lang="en-US"/>
              <a:t>which can lead to more robust and generalizable models </a:t>
            </a:r>
            <a:endParaRPr lang="en-US">
              <a:cs typeface="Calibri" panose="020F0502020204030204"/>
            </a:endParaRPr>
          </a:p>
          <a:p>
            <a:pPr marL="171450" indent="-171450">
              <a:lnSpc>
                <a:spcPct val="120000"/>
              </a:lnSpc>
              <a:spcBef>
                <a:spcPts val="1000"/>
              </a:spcBef>
              <a:buFont typeface="Arial"/>
              <a:buChar char="•"/>
            </a:pPr>
            <a:r>
              <a:rPr lang="en-US"/>
              <a:t>The improved annotations, increased data quantity makes it a superior choice for contemporary research compared to </a:t>
            </a:r>
            <a:r>
              <a:rPr lang="en-US" err="1"/>
              <a:t>BraTS</a:t>
            </a:r>
            <a:r>
              <a:rPr lang="en-US"/>
              <a:t> 2015.</a:t>
            </a:r>
            <a:endParaRPr lang="en-US">
              <a:cs typeface="Calibri"/>
            </a:endParaRPr>
          </a:p>
          <a:p>
            <a:pPr marL="171450" indent="-171450">
              <a:lnSpc>
                <a:spcPct val="120000"/>
              </a:lnSpc>
              <a:spcBef>
                <a:spcPts val="1000"/>
              </a:spcBef>
              <a:buFont typeface="Arial"/>
              <a:buChar char="•"/>
            </a:pPr>
            <a:endParaRPr lang="en-US"/>
          </a:p>
          <a:p>
            <a:pPr marL="171450" indent="-171450">
              <a:buFont typeface="Arial,Sans-Serif"/>
              <a:buChar char="•"/>
            </a:pPr>
            <a:r>
              <a:rPr lang="en-IN" err="1"/>
              <a:t>NIfTI</a:t>
            </a:r>
            <a:r>
              <a:rPr lang="en-IN"/>
              <a:t> format - Which is nothing but neuroimaging informatics technology initiative, a volumetric data that provides a flexible, broad-based and common file format used in neuroimaging data to store and exchange medical image data, especially in MRI.</a:t>
            </a:r>
            <a:endParaRPr lang="en-US"/>
          </a:p>
          <a:p>
            <a:pPr marL="171450" indent="-171450">
              <a:buFont typeface="Arial,Sans-Serif"/>
              <a:buChar char="•"/>
            </a:pPr>
            <a:r>
              <a:rPr lang="en-IN"/>
              <a:t>Volumetric data – Is a 3D image, with a collection of samples representing the value of a property at a specific location in 3D space. Made up of coordinates (x, y, z) and a value v (colour, density, pressure).</a:t>
            </a:r>
            <a:endParaRPr lang="en-US"/>
          </a:p>
          <a:p>
            <a:pPr>
              <a:lnSpc>
                <a:spcPct val="120000"/>
              </a:lnSpc>
              <a:spcBef>
                <a:spcPts val="1000"/>
              </a:spcBef>
            </a:pPr>
            <a:endParaRPr lang="en-US">
              <a:cs typeface="Calibri"/>
            </a:endParaRPr>
          </a:p>
          <a:p>
            <a:pPr marL="171450" indent="-171450">
              <a:buFont typeface="Arial"/>
              <a:buChar char="•"/>
            </a:pPr>
            <a:r>
              <a:rPr lang="en-US">
                <a:cs typeface="Calibri"/>
              </a:rPr>
              <a:t>We also expanded </a:t>
            </a:r>
            <a:r>
              <a:rPr lang="en-US"/>
              <a:t>and used 20 volumetric data samples for my project, enabling a more comprehensive analysis, robust and generalized evaluation.</a:t>
            </a:r>
            <a:endParaRPr lang="en-US">
              <a:cs typeface="Calibri"/>
            </a:endParaRPr>
          </a:p>
        </p:txBody>
      </p:sp>
      <p:sp>
        <p:nvSpPr>
          <p:cNvPr id="4" name="Slide Number Placeholder 3"/>
          <p:cNvSpPr>
            <a:spLocks noGrp="1"/>
          </p:cNvSpPr>
          <p:nvPr>
            <p:ph type="sldNum" sz="quarter" idx="5"/>
          </p:nvPr>
        </p:nvSpPr>
        <p:spPr/>
        <p:txBody>
          <a:bodyPr/>
          <a:lstStyle/>
          <a:p>
            <a:fld id="{32A16B6A-1031-4E36-87F0-8E3A259D54E1}" type="slidenum">
              <a:t>5</a:t>
            </a:fld>
            <a:endParaRPr lang="en-US"/>
          </a:p>
        </p:txBody>
      </p:sp>
    </p:spTree>
    <p:extLst>
      <p:ext uri="{BB962C8B-B14F-4D97-AF65-F5344CB8AC3E}">
        <p14:creationId xmlns:p14="http://schemas.microsoft.com/office/powerpoint/2010/main" val="26458060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en-IN"/>
              <a:t>The benefit of having multiple alternative MRI modalities is its complementary information, since the brain </a:t>
            </a:r>
            <a:r>
              <a:rPr lang="en-IN" err="1"/>
              <a:t>tumor</a:t>
            </a:r>
            <a:r>
              <a:rPr lang="en-IN"/>
              <a:t> has multiple sub-regions - Whole </a:t>
            </a:r>
            <a:r>
              <a:rPr lang="en-IN" err="1"/>
              <a:t>tumor</a:t>
            </a:r>
            <a:r>
              <a:rPr lang="en-IN"/>
              <a:t>, </a:t>
            </a:r>
            <a:r>
              <a:rPr lang="en-IN" err="1"/>
              <a:t>Tumor</a:t>
            </a:r>
            <a:r>
              <a:rPr lang="en-IN"/>
              <a:t> core, Enhancing tumour. </a:t>
            </a:r>
          </a:p>
          <a:p>
            <a:pPr marL="171450" indent="-171450">
              <a:buFont typeface="Arial"/>
              <a:buChar char="•"/>
            </a:pPr>
            <a:r>
              <a:rPr lang="en-IN"/>
              <a:t>T2weighted (T2w) and T2-Fluid Attention Recovery (FLAIR) - detect the </a:t>
            </a:r>
            <a:r>
              <a:rPr lang="en-IN" err="1"/>
              <a:t>tumor</a:t>
            </a:r>
            <a:r>
              <a:rPr lang="en-IN"/>
              <a:t> with the pre- temporal </a:t>
            </a:r>
            <a:r>
              <a:rPr lang="en-IN" err="1"/>
              <a:t>edema</a:t>
            </a:r>
            <a:r>
              <a:rPr lang="en-IN"/>
              <a:t>.</a:t>
            </a:r>
          </a:p>
          <a:p>
            <a:pPr marL="171450" indent="-171450">
              <a:buFont typeface="Arial"/>
              <a:buChar char="•"/>
            </a:pPr>
            <a:r>
              <a:rPr lang="en-IN"/>
              <a:t>T1-weighted (T1) and T1weighted Contrast Enhanced (T1wCE) - detect the </a:t>
            </a:r>
            <a:r>
              <a:rPr lang="en-IN" err="1"/>
              <a:t>tumor</a:t>
            </a:r>
            <a:r>
              <a:rPr lang="en-IN"/>
              <a:t> core without pre- temporal Edema.</a:t>
            </a:r>
            <a:endParaRPr lang="en-IN">
              <a:ea typeface="Calibri" panose="020F0502020204030204"/>
              <a:cs typeface="Calibri" panose="020F0502020204030204"/>
            </a:endParaRPr>
          </a:p>
          <a:p>
            <a:pPr>
              <a:buFont typeface="Arial"/>
              <a:buChar char="•"/>
            </a:pPr>
            <a:endParaRPr lang="en-IN">
              <a:ea typeface="Calibri" panose="020F0502020204030204"/>
              <a:cs typeface="Calibri" panose="020F0502020204030204"/>
            </a:endParaRPr>
          </a:p>
          <a:p>
            <a:pPr marL="171450" indent="-171450">
              <a:buFont typeface="Arial,Sans-Serif"/>
              <a:buChar char="•"/>
            </a:pPr>
            <a:r>
              <a:rPr lang="en-IN"/>
              <a:t>We have considered 20 volumetric data leveraging the T2-Fluid Attention Recovery (FLAIR) and segmentation images containing the ground truth.</a:t>
            </a:r>
            <a:endParaRPr lang="en-IN">
              <a:cs typeface="Calibri" panose="020F0502020204030204"/>
            </a:endParaRPr>
          </a:p>
          <a:p>
            <a:endParaRPr lang="en-IN">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fld id="{32A16B6A-1031-4E36-87F0-8E3A259D54E1}" type="slidenum">
              <a:t>6</a:t>
            </a:fld>
            <a:endParaRPr lang="en-US"/>
          </a:p>
        </p:txBody>
      </p:sp>
    </p:spTree>
    <p:extLst>
      <p:ext uri="{BB962C8B-B14F-4D97-AF65-F5344CB8AC3E}">
        <p14:creationId xmlns:p14="http://schemas.microsoft.com/office/powerpoint/2010/main" val="15311487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nSpc>
                <a:spcPct val="120000"/>
              </a:lnSpc>
              <a:spcBef>
                <a:spcPts val="1000"/>
              </a:spcBef>
              <a:buFont typeface="Arial"/>
              <a:buChar char="•"/>
            </a:pPr>
            <a:r>
              <a:rPr lang="en-IN"/>
              <a:t>The segmentation files contain Ground truth which is meticulously annotated and verified information about the structures or features within an image.</a:t>
            </a:r>
            <a:endParaRPr lang="en-US"/>
          </a:p>
          <a:p>
            <a:pPr marL="171450" indent="-171450">
              <a:lnSpc>
                <a:spcPct val="120000"/>
              </a:lnSpc>
              <a:spcBef>
                <a:spcPts val="1000"/>
              </a:spcBef>
              <a:buFont typeface="Arial"/>
              <a:buChar char="•"/>
            </a:pPr>
            <a:endParaRPr lang="en-IN">
              <a:ea typeface="Calibri"/>
              <a:cs typeface="Calibri"/>
            </a:endParaRPr>
          </a:p>
          <a:p>
            <a:pPr marL="171450" indent="-171450">
              <a:lnSpc>
                <a:spcPct val="120000"/>
              </a:lnSpc>
              <a:spcBef>
                <a:spcPts val="1000"/>
              </a:spcBef>
              <a:buFont typeface="Arial"/>
              <a:buChar char="•"/>
            </a:pPr>
            <a:r>
              <a:rPr lang="en-IN"/>
              <a:t>Mohammad A. </a:t>
            </a:r>
            <a:r>
              <a:rPr lang="en-IN" err="1"/>
              <a:t>Ottom</a:t>
            </a:r>
            <a:r>
              <a:rPr lang="en-IN"/>
              <a:t>, Hanif A. Rahman, Iyad M. Alazzam, Ivo D. Dinov “Multimodal Stereotactic Brain </a:t>
            </a:r>
            <a:r>
              <a:rPr lang="en-IN" err="1"/>
              <a:t>Tumor</a:t>
            </a:r>
            <a:r>
              <a:rPr lang="en-IN"/>
              <a:t> Segmentation Using 3D-Znet,” MDPI, Bioengineering 2023, 10, 581. https://doi.org/10.3390/bioengineering10050581 </a:t>
            </a:r>
            <a:endParaRPr lang="en-IN">
              <a:ea typeface="Calibri"/>
              <a:cs typeface="Calibri"/>
            </a:endParaRPr>
          </a:p>
          <a:p>
            <a:pPr>
              <a:lnSpc>
                <a:spcPct val="120000"/>
              </a:lnSpc>
              <a:spcBef>
                <a:spcPts val="1000"/>
              </a:spcBef>
            </a:pPr>
            <a:endParaRPr lang="en-IN"/>
          </a:p>
          <a:p>
            <a:pPr>
              <a:lnSpc>
                <a:spcPct val="120000"/>
              </a:lnSpc>
              <a:spcBef>
                <a:spcPts val="1000"/>
              </a:spcBef>
            </a:pPr>
            <a:r>
              <a:rPr lang="en-IN"/>
              <a:t>The Ground truth (GT) provided in the </a:t>
            </a:r>
            <a:r>
              <a:rPr lang="en-IN" err="1"/>
              <a:t>BraTS</a:t>
            </a:r>
            <a:r>
              <a:rPr lang="en-IN"/>
              <a:t> dataset has 5 label :</a:t>
            </a:r>
            <a:endParaRPr lang="en-IN">
              <a:cs typeface="Calibri" panose="020F0502020204030204"/>
            </a:endParaRPr>
          </a:p>
          <a:p>
            <a:pPr marL="171450" indent="-171450">
              <a:lnSpc>
                <a:spcPct val="120000"/>
              </a:lnSpc>
              <a:spcBef>
                <a:spcPts val="1000"/>
              </a:spcBef>
              <a:buFont typeface="Arial"/>
              <a:buChar char="•"/>
            </a:pPr>
            <a:r>
              <a:rPr lang="en-IN"/>
              <a:t>Label 0 :- </a:t>
            </a:r>
            <a:r>
              <a:rPr lang="en-IN" err="1"/>
              <a:t>Unlabeled</a:t>
            </a:r>
            <a:r>
              <a:rPr lang="en-IN"/>
              <a:t> volume</a:t>
            </a:r>
            <a:endParaRPr lang="en-IN">
              <a:ea typeface="Calibri"/>
              <a:cs typeface="Calibri"/>
            </a:endParaRPr>
          </a:p>
          <a:p>
            <a:pPr marL="171450" indent="-171450">
              <a:lnSpc>
                <a:spcPct val="120000"/>
              </a:lnSpc>
              <a:spcBef>
                <a:spcPts val="1000"/>
              </a:spcBef>
              <a:buFont typeface="Arial"/>
              <a:buChar char="•"/>
            </a:pPr>
            <a:r>
              <a:rPr lang="en-IN"/>
              <a:t>Label 1 :- Necrotic and non-enhancing </a:t>
            </a:r>
            <a:r>
              <a:rPr lang="en-IN" err="1"/>
              <a:t>tumor</a:t>
            </a:r>
            <a:r>
              <a:rPr lang="en-IN"/>
              <a:t> core (NCR/NET)</a:t>
            </a:r>
            <a:endParaRPr lang="en-IN">
              <a:ea typeface="Calibri"/>
              <a:cs typeface="Calibri"/>
            </a:endParaRPr>
          </a:p>
          <a:p>
            <a:pPr marL="171450" indent="-171450">
              <a:lnSpc>
                <a:spcPct val="120000"/>
              </a:lnSpc>
              <a:spcBef>
                <a:spcPts val="1000"/>
              </a:spcBef>
              <a:buFont typeface="Arial"/>
              <a:buChar char="•"/>
            </a:pPr>
            <a:r>
              <a:rPr lang="en-IN"/>
              <a:t>Label 2 :- Peritumoral </a:t>
            </a:r>
            <a:r>
              <a:rPr lang="en-IN" err="1"/>
              <a:t>edema</a:t>
            </a:r>
            <a:r>
              <a:rPr lang="en-IN"/>
              <a:t> (ED)</a:t>
            </a:r>
            <a:endParaRPr lang="en-IN">
              <a:ea typeface="Calibri"/>
              <a:cs typeface="Calibri"/>
            </a:endParaRPr>
          </a:p>
          <a:p>
            <a:pPr>
              <a:buFont typeface="Arial"/>
              <a:buChar char="•"/>
            </a:pPr>
            <a:r>
              <a:rPr lang="en-IN"/>
              <a:t>   Label 3 :- Missing - (Multimodal Stereotactic Brain </a:t>
            </a:r>
            <a:r>
              <a:rPr lang="en-IN" err="1"/>
              <a:t>Tumor</a:t>
            </a:r>
            <a:r>
              <a:rPr lang="en-IN"/>
              <a:t> Segmentation Using 3D-Znet)</a:t>
            </a:r>
            <a:endParaRPr lang="en-IN">
              <a:cs typeface="Calibri"/>
            </a:endParaRPr>
          </a:p>
          <a:p>
            <a:pPr marL="171450" indent="-171450">
              <a:lnSpc>
                <a:spcPct val="120000"/>
              </a:lnSpc>
              <a:spcBef>
                <a:spcPts val="1000"/>
              </a:spcBef>
              <a:buFont typeface="Arial"/>
              <a:buChar char="•"/>
            </a:pPr>
            <a:r>
              <a:rPr lang="en-IN"/>
              <a:t>Label 4 :- Enhancing </a:t>
            </a:r>
            <a:r>
              <a:rPr lang="en-IN" err="1"/>
              <a:t>tumor</a:t>
            </a:r>
            <a:r>
              <a:rPr lang="en-IN"/>
              <a:t> (ET)</a:t>
            </a:r>
            <a:endParaRPr lang="en-US"/>
          </a:p>
          <a:p>
            <a:pPr>
              <a:lnSpc>
                <a:spcPct val="120000"/>
              </a:lnSpc>
              <a:spcBef>
                <a:spcPts val="1000"/>
              </a:spcBef>
            </a:pPr>
            <a:endParaRPr lang="en-IN">
              <a:cs typeface="Calibri" panose="020F0502020204030204"/>
            </a:endParaRPr>
          </a:p>
        </p:txBody>
      </p:sp>
      <p:sp>
        <p:nvSpPr>
          <p:cNvPr id="4" name="Slide Number Placeholder 3"/>
          <p:cNvSpPr>
            <a:spLocks noGrp="1"/>
          </p:cNvSpPr>
          <p:nvPr>
            <p:ph type="sldNum" sz="quarter" idx="5"/>
          </p:nvPr>
        </p:nvSpPr>
        <p:spPr/>
        <p:txBody>
          <a:bodyPr/>
          <a:lstStyle/>
          <a:p>
            <a:fld id="{32A16B6A-1031-4E36-87F0-8E3A259D54E1}" type="slidenum">
              <a:t>7</a:t>
            </a:fld>
            <a:endParaRPr lang="en-US"/>
          </a:p>
        </p:txBody>
      </p:sp>
    </p:spTree>
    <p:extLst>
      <p:ext uri="{BB962C8B-B14F-4D97-AF65-F5344CB8AC3E}">
        <p14:creationId xmlns:p14="http://schemas.microsoft.com/office/powerpoint/2010/main" val="19193456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en-IN">
                <a:ea typeface="Calibri" panose="020F0502020204030204"/>
                <a:cs typeface="Calibri" panose="020F0502020204030204"/>
              </a:rPr>
              <a:t>We extract the 4th level which is enhancing tumour representing the tumour region with the help of binary masking.</a:t>
            </a:r>
          </a:p>
          <a:p>
            <a:pPr marL="171450" indent="-171450">
              <a:buFont typeface="Arial"/>
              <a:buChar char="•"/>
            </a:pPr>
            <a:endParaRPr lang="en-IN">
              <a:cs typeface="Calibri"/>
            </a:endParaRPr>
          </a:p>
          <a:p>
            <a:pPr marL="171450" indent="-171450">
              <a:buFont typeface="Arial"/>
              <a:buChar char="•"/>
            </a:pPr>
            <a:r>
              <a:rPr lang="en-IN">
                <a:cs typeface="Calibri"/>
              </a:rPr>
              <a:t>Binary masking - </a:t>
            </a:r>
            <a:r>
              <a:rPr lang="en-IN"/>
              <a:t>segmentation technique, that involves isolating and highlighting the region of interest which is associated with </a:t>
            </a:r>
            <a:r>
              <a:rPr lang="en-IN" err="1"/>
              <a:t>tumors</a:t>
            </a:r>
            <a:r>
              <a:rPr lang="en-IN"/>
              <a:t>.</a:t>
            </a:r>
            <a:endParaRPr lang="en-IN">
              <a:cs typeface="Calibri"/>
            </a:endParaRPr>
          </a:p>
        </p:txBody>
      </p:sp>
      <p:sp>
        <p:nvSpPr>
          <p:cNvPr id="4" name="Slide Number Placeholder 3"/>
          <p:cNvSpPr>
            <a:spLocks noGrp="1"/>
          </p:cNvSpPr>
          <p:nvPr>
            <p:ph type="sldNum" sz="quarter" idx="5"/>
          </p:nvPr>
        </p:nvSpPr>
        <p:spPr/>
        <p:txBody>
          <a:bodyPr/>
          <a:lstStyle/>
          <a:p>
            <a:fld id="{32A16B6A-1031-4E36-87F0-8E3A259D54E1}" type="slidenum">
              <a:t>8</a:t>
            </a:fld>
            <a:endParaRPr lang="en-US"/>
          </a:p>
        </p:txBody>
      </p:sp>
    </p:spTree>
    <p:extLst>
      <p:ext uri="{BB962C8B-B14F-4D97-AF65-F5344CB8AC3E}">
        <p14:creationId xmlns:p14="http://schemas.microsoft.com/office/powerpoint/2010/main" val="18413110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en-IN">
                <a:ea typeface="Calibri"/>
                <a:cs typeface="Calibri"/>
              </a:rPr>
              <a:t>Methodology – Here we </a:t>
            </a:r>
            <a:r>
              <a:rPr lang="en-US"/>
              <a:t>explains the key steps of our project.</a:t>
            </a:r>
          </a:p>
          <a:p>
            <a:pPr marL="171450" indent="-171450">
              <a:buFont typeface="Arial"/>
              <a:buChar char="•"/>
            </a:pPr>
            <a:endParaRPr lang="en-US">
              <a:ea typeface="Calibri"/>
              <a:cs typeface="Calibri"/>
            </a:endParaRPr>
          </a:p>
          <a:p>
            <a:pPr marL="171450" indent="-171450">
              <a:buFont typeface="Arial"/>
              <a:buChar char="•"/>
            </a:pPr>
            <a:r>
              <a:rPr lang="en-US"/>
              <a:t>data acquisition </a:t>
            </a:r>
            <a:endParaRPr lang="en-US">
              <a:ea typeface="Calibri"/>
              <a:cs typeface="Calibri"/>
            </a:endParaRPr>
          </a:p>
          <a:p>
            <a:pPr marL="171450" indent="-171450">
              <a:buFont typeface="Arial"/>
              <a:buChar char="•"/>
            </a:pPr>
            <a:r>
              <a:rPr lang="en-US"/>
              <a:t>preprocessing </a:t>
            </a:r>
            <a:endParaRPr lang="en-US">
              <a:ea typeface="Calibri"/>
              <a:cs typeface="Calibri"/>
            </a:endParaRPr>
          </a:p>
          <a:p>
            <a:pPr marL="171450" indent="-171450">
              <a:buFont typeface="Arial"/>
              <a:buChar char="•"/>
            </a:pPr>
            <a:r>
              <a:rPr lang="en-US" b="1"/>
              <a:t>Image processing techniques </a:t>
            </a:r>
            <a:endParaRPr lang="en-US" b="1">
              <a:ea typeface="Calibri"/>
              <a:cs typeface="Calibri"/>
            </a:endParaRPr>
          </a:p>
          <a:p>
            <a:pPr marL="171450" indent="-171450">
              <a:buFont typeface="Arial"/>
              <a:buChar char="•"/>
            </a:pPr>
            <a:r>
              <a:rPr lang="en-US" b="1">
                <a:ea typeface="Calibri"/>
                <a:cs typeface="Calibri"/>
              </a:rPr>
              <a:t>Construction of feature space</a:t>
            </a:r>
            <a:endParaRPr lang="en-US" b="1"/>
          </a:p>
          <a:p>
            <a:pPr marL="171450" indent="-171450">
              <a:buFont typeface="Arial"/>
              <a:buChar char="•"/>
            </a:pPr>
            <a:r>
              <a:rPr lang="en-US" b="1"/>
              <a:t>Balancing dataset </a:t>
            </a:r>
            <a:endParaRPr lang="en-US" b="1">
              <a:ea typeface="Calibri" panose="020F0502020204030204"/>
              <a:cs typeface="Calibri" panose="020F0502020204030204"/>
            </a:endParaRPr>
          </a:p>
          <a:p>
            <a:pPr marL="171450" indent="-171450">
              <a:buFont typeface="Arial"/>
              <a:buChar char="•"/>
            </a:pPr>
            <a:r>
              <a:rPr lang="en-US"/>
              <a:t>evaluation </a:t>
            </a:r>
            <a:endParaRPr lang="en-US">
              <a:ea typeface="Calibri"/>
              <a:cs typeface="Calibri"/>
            </a:endParaRPr>
          </a:p>
          <a:p>
            <a:pPr marL="171450" indent="-171450">
              <a:buFont typeface="Arial"/>
              <a:buChar char="•"/>
            </a:pPr>
            <a:r>
              <a:rPr lang="en-US" b="1"/>
              <a:t>model development </a:t>
            </a:r>
            <a:endParaRPr lang="en-US" b="1">
              <a:ea typeface="Calibri"/>
              <a:cs typeface="Calibri"/>
            </a:endParaRPr>
          </a:p>
          <a:p>
            <a:pPr marL="171450" indent="-171450">
              <a:buFont typeface="Arial"/>
              <a:buChar char="•"/>
            </a:pPr>
            <a:r>
              <a:rPr lang="en-US"/>
              <a:t>extension to volumetric data.</a:t>
            </a:r>
            <a:endParaRPr lang="en-US">
              <a:ea typeface="Calibri"/>
              <a:cs typeface="Calibri"/>
            </a:endParaRPr>
          </a:p>
          <a:p>
            <a:pPr marL="171450" indent="-171450">
              <a:buFont typeface="Arial"/>
              <a:buChar char="•"/>
            </a:pPr>
            <a:endParaRPr lang="en-US">
              <a:ea typeface="Calibri"/>
              <a:cs typeface="Calibri"/>
            </a:endParaRPr>
          </a:p>
          <a:p>
            <a:pPr marL="171450" indent="-171450">
              <a:buFont typeface="Arial"/>
              <a:buChar char="•"/>
            </a:pPr>
            <a:r>
              <a:rPr lang="en-US"/>
              <a:t>The segmentation images of all the 20 volumetric data from the </a:t>
            </a:r>
            <a:r>
              <a:rPr lang="en-US" err="1"/>
              <a:t>BraTS</a:t>
            </a:r>
            <a:r>
              <a:rPr lang="en-US"/>
              <a:t> 2020 dataset were first processed and the enhancing tumor region was extracted by filtering out labels 0,1,2, leaving only the set of frames with tumor and non- tumor labels. </a:t>
            </a:r>
          </a:p>
          <a:p>
            <a:pPr marL="171450" indent="-171450">
              <a:buFont typeface="Arial"/>
              <a:buChar char="•"/>
            </a:pPr>
            <a:r>
              <a:rPr lang="en-US"/>
              <a:t>And from the indices of the 4th label tumor frames, features are extracted from the corresponding FLAIR images. </a:t>
            </a:r>
          </a:p>
          <a:p>
            <a:pPr marL="171450" indent="-171450">
              <a:buFont typeface="Arial"/>
              <a:buChar char="•"/>
            </a:pPr>
            <a:r>
              <a:rPr lang="en-US"/>
              <a:t>Then the Flair tumor frames are then vectorized initially with 8 image filters to extract features and are added later with the help of feature importance matrices to improve the feature extraction results. </a:t>
            </a:r>
          </a:p>
          <a:p>
            <a:pPr marL="171450" indent="-171450">
              <a:buFont typeface="Arial"/>
              <a:buChar char="•"/>
            </a:pPr>
            <a:r>
              <a:rPr lang="en-US"/>
              <a:t>Pixel based feature space was generated for each frame across all 20 volumetric datasets and was concatenated to create a comprehensive feature space for each volumetric data. </a:t>
            </a:r>
          </a:p>
          <a:p>
            <a:pPr marL="171450" indent="-171450">
              <a:buFont typeface="Arial"/>
              <a:buChar char="•"/>
            </a:pPr>
            <a:r>
              <a:rPr lang="en-US"/>
              <a:t>To solve the of class imbalance in the feature spaces, A balanced feature space was created by random sampling the majority class (non-tumor) to match the minority class (tumor), ensures that the models learn equally from both classes, improving the model's ability to detect tumors generalized on the balanced feature space. </a:t>
            </a:r>
          </a:p>
          <a:p>
            <a:pPr marL="171450" indent="-171450">
              <a:buFont typeface="Arial"/>
              <a:buChar char="•"/>
            </a:pPr>
            <a:r>
              <a:rPr lang="en-US"/>
              <a:t>A Random Forest classifier was trained on 80% of the first volumetric data that was split and tested on the remaining 20%, as well as across the feature spaces of the other datasets.</a:t>
            </a:r>
            <a:endParaRPr lang="en-US">
              <a:ea typeface="Calibri"/>
              <a:cs typeface="Calibri"/>
            </a:endParaRPr>
          </a:p>
        </p:txBody>
      </p:sp>
      <p:sp>
        <p:nvSpPr>
          <p:cNvPr id="4" name="Slide Number Placeholder 3"/>
          <p:cNvSpPr>
            <a:spLocks noGrp="1"/>
          </p:cNvSpPr>
          <p:nvPr>
            <p:ph type="sldNum" sz="quarter" idx="5"/>
          </p:nvPr>
        </p:nvSpPr>
        <p:spPr/>
        <p:txBody>
          <a:bodyPr/>
          <a:lstStyle/>
          <a:p>
            <a:fld id="{32A16B6A-1031-4E36-87F0-8E3A259D54E1}" type="slidenum">
              <a:t>9</a:t>
            </a:fld>
            <a:endParaRPr lang="en-US"/>
          </a:p>
        </p:txBody>
      </p:sp>
    </p:spTree>
    <p:extLst>
      <p:ext uri="{BB962C8B-B14F-4D97-AF65-F5344CB8AC3E}">
        <p14:creationId xmlns:p14="http://schemas.microsoft.com/office/powerpoint/2010/main" val="11196241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en-IN"/>
              <a:t>Initially, we started by applying 8 filters to the flair images in order to extract specific features from images, such as edges, gradients, and textures. </a:t>
            </a:r>
          </a:p>
          <a:p>
            <a:r>
              <a:rPr lang="en-IN"/>
              <a:t>The eight filters were: (go to next slide)</a:t>
            </a:r>
            <a:endParaRPr lang="en-IN">
              <a:cs typeface="Calibri" panose="020F0502020204030204"/>
            </a:endParaRPr>
          </a:p>
          <a:p>
            <a:pPr marL="171450" indent="-171450">
              <a:buFont typeface="Arial"/>
              <a:buChar char="•"/>
            </a:pPr>
            <a:r>
              <a:rPr lang="en-IN"/>
              <a:t>Gaussian blurring </a:t>
            </a:r>
          </a:p>
          <a:p>
            <a:pPr marL="171450" indent="-171450">
              <a:buFont typeface="Arial"/>
              <a:buChar char="•"/>
            </a:pPr>
            <a:r>
              <a:rPr lang="en-IN"/>
              <a:t>Canny edge detection </a:t>
            </a:r>
          </a:p>
          <a:p>
            <a:pPr marL="171450" indent="-171450">
              <a:buFont typeface="Arial"/>
              <a:buChar char="•"/>
            </a:pPr>
            <a:r>
              <a:rPr lang="en-IN"/>
              <a:t>Sobel x operator</a:t>
            </a:r>
            <a:endParaRPr lang="en-IN">
              <a:cs typeface="Calibri"/>
            </a:endParaRPr>
          </a:p>
          <a:p>
            <a:pPr marL="171450" indent="-171450">
              <a:buFont typeface="Arial"/>
              <a:buChar char="•"/>
            </a:pPr>
            <a:r>
              <a:rPr lang="en-IN"/>
              <a:t>Sobel y operator </a:t>
            </a:r>
            <a:endParaRPr lang="en-IN">
              <a:cs typeface="Calibri"/>
            </a:endParaRPr>
          </a:p>
          <a:p>
            <a:pPr marL="171450" indent="-171450">
              <a:buFont typeface="Arial"/>
              <a:buChar char="•"/>
            </a:pPr>
            <a:r>
              <a:rPr lang="en-IN"/>
              <a:t>Laplacian filtering </a:t>
            </a:r>
            <a:endParaRPr lang="en-IN">
              <a:cs typeface="Calibri"/>
            </a:endParaRPr>
          </a:p>
          <a:p>
            <a:pPr marL="171450" indent="-171450">
              <a:buFont typeface="Arial"/>
              <a:buChar char="•"/>
            </a:pPr>
            <a:r>
              <a:rPr lang="en-IN"/>
              <a:t>Histogram of Oriented Gradients (HOG) </a:t>
            </a:r>
          </a:p>
          <a:p>
            <a:pPr marL="171450" indent="-171450">
              <a:buFont typeface="Arial"/>
              <a:buChar char="•"/>
            </a:pPr>
            <a:r>
              <a:rPr lang="en-IN"/>
              <a:t>Gradient magnitude</a:t>
            </a:r>
            <a:endParaRPr lang="en-IN">
              <a:cs typeface="Calibri"/>
            </a:endParaRPr>
          </a:p>
          <a:p>
            <a:pPr marL="171450" indent="-171450">
              <a:buFont typeface="Arial"/>
              <a:buChar char="•"/>
            </a:pPr>
            <a:r>
              <a:rPr lang="en-IN"/>
              <a:t>Gradient direction </a:t>
            </a:r>
            <a:endParaRPr lang="en-IN">
              <a:cs typeface="Calibri"/>
            </a:endParaRPr>
          </a:p>
          <a:p>
            <a:pPr marL="171450" indent="-171450">
              <a:buFont typeface="Arial"/>
              <a:buChar char="•"/>
            </a:pPr>
            <a:r>
              <a:rPr lang="en-IN"/>
              <a:t>Eventually we chose six more filters out of which we selected 2 with the help of feature importance matrices, which are Median filter and Bilateral filter, to enhance different aspects of the image, such as noise reduction, edge preservation, and texture enhancement. </a:t>
            </a:r>
          </a:p>
          <a:p>
            <a:pPr marL="171450" indent="-171450">
              <a:buFont typeface="Arial"/>
              <a:buChar char="•"/>
            </a:pPr>
            <a:r>
              <a:rPr lang="en-IN"/>
              <a:t>The additional two filters expanded the range of features extracted from the images, to potentially improve the performance of the </a:t>
            </a:r>
            <a:r>
              <a:rPr lang="en-IN" err="1"/>
              <a:t>tumor</a:t>
            </a:r>
            <a:r>
              <a:rPr lang="en-IN"/>
              <a:t> detection algorithm by providing more robust and discriminative features for classification.</a:t>
            </a:r>
            <a:endParaRPr lang="en-IN">
              <a:cs typeface="Calibri"/>
            </a:endParaRPr>
          </a:p>
        </p:txBody>
      </p:sp>
      <p:sp>
        <p:nvSpPr>
          <p:cNvPr id="4" name="Slide Number Placeholder 3"/>
          <p:cNvSpPr>
            <a:spLocks noGrp="1"/>
          </p:cNvSpPr>
          <p:nvPr>
            <p:ph type="sldNum" sz="quarter" idx="5"/>
          </p:nvPr>
        </p:nvSpPr>
        <p:spPr/>
        <p:txBody>
          <a:bodyPr/>
          <a:lstStyle/>
          <a:p>
            <a:fld id="{32A16B6A-1031-4E36-87F0-8E3A259D54E1}" type="slidenum">
              <a:t>10</a:t>
            </a:fld>
            <a:endParaRPr lang="en-US"/>
          </a:p>
        </p:txBody>
      </p:sp>
    </p:spTree>
    <p:extLst>
      <p:ext uri="{BB962C8B-B14F-4D97-AF65-F5344CB8AC3E}">
        <p14:creationId xmlns:p14="http://schemas.microsoft.com/office/powerpoint/2010/main" val="12160824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Initial eight filters were: </a:t>
            </a:r>
            <a:endParaRPr lang="en-US">
              <a:cs typeface="Calibri"/>
            </a:endParaRPr>
          </a:p>
          <a:p>
            <a:pPr marL="171450" indent="-171450">
              <a:buFont typeface="Arial"/>
              <a:buChar char="•"/>
            </a:pPr>
            <a:r>
              <a:rPr lang="en-IN"/>
              <a:t>Gaussian blurring </a:t>
            </a:r>
            <a:endParaRPr lang="en-US">
              <a:cs typeface="Calibri" panose="020F0502020204030204"/>
            </a:endParaRPr>
          </a:p>
          <a:p>
            <a:pPr marL="171450" indent="-171450">
              <a:buFont typeface="Arial"/>
              <a:buChar char="•"/>
            </a:pPr>
            <a:r>
              <a:rPr lang="en-IN"/>
              <a:t>Canny edge detection </a:t>
            </a:r>
            <a:endParaRPr lang="en-US">
              <a:cs typeface="Calibri" panose="020F0502020204030204"/>
            </a:endParaRPr>
          </a:p>
          <a:p>
            <a:pPr marL="171450" indent="-171450">
              <a:buFont typeface="Arial"/>
              <a:buChar char="•"/>
            </a:pPr>
            <a:r>
              <a:rPr lang="en-IN"/>
              <a:t>Sobel x operator</a:t>
            </a:r>
            <a:endParaRPr lang="en-US">
              <a:cs typeface="Calibri" panose="020F0502020204030204"/>
            </a:endParaRPr>
          </a:p>
          <a:p>
            <a:pPr marL="171450" indent="-171450">
              <a:buFont typeface="Arial"/>
              <a:buChar char="•"/>
            </a:pPr>
            <a:r>
              <a:rPr lang="en-IN"/>
              <a:t>Sobel y operator </a:t>
            </a:r>
            <a:endParaRPr lang="en-US">
              <a:cs typeface="Calibri" panose="020F0502020204030204"/>
            </a:endParaRPr>
          </a:p>
          <a:p>
            <a:pPr marL="171450" indent="-171450">
              <a:buFont typeface="Arial"/>
              <a:buChar char="•"/>
            </a:pPr>
            <a:r>
              <a:rPr lang="en-IN"/>
              <a:t>Laplacian filtering </a:t>
            </a:r>
            <a:endParaRPr lang="en-US">
              <a:cs typeface="Calibri" panose="020F0502020204030204"/>
            </a:endParaRPr>
          </a:p>
          <a:p>
            <a:pPr marL="171450" indent="-171450">
              <a:buFont typeface="Arial"/>
              <a:buChar char="•"/>
            </a:pPr>
            <a:r>
              <a:rPr lang="en-IN"/>
              <a:t>Histogram of Oriented Gradients (HOG) </a:t>
            </a:r>
            <a:endParaRPr lang="en-US">
              <a:cs typeface="Calibri" panose="020F0502020204030204"/>
            </a:endParaRPr>
          </a:p>
          <a:p>
            <a:pPr marL="171450" indent="-171450">
              <a:buFont typeface="Arial"/>
              <a:buChar char="•"/>
            </a:pPr>
            <a:r>
              <a:rPr lang="en-IN"/>
              <a:t>Gradient magnitude</a:t>
            </a:r>
            <a:endParaRPr lang="en-US">
              <a:cs typeface="Calibri" panose="020F0502020204030204"/>
            </a:endParaRPr>
          </a:p>
          <a:p>
            <a:pPr marL="171450" indent="-171450">
              <a:buFont typeface="Arial"/>
              <a:buChar char="•"/>
            </a:pPr>
            <a:r>
              <a:rPr lang="en-IN"/>
              <a:t>Gradient direction </a:t>
            </a:r>
            <a:endParaRPr lang="en-IN">
              <a:cs typeface="Calibri"/>
            </a:endParaRPr>
          </a:p>
          <a:p>
            <a:pPr marL="171450" indent="-171450">
              <a:buFont typeface="Arial"/>
              <a:buChar char="•"/>
            </a:pPr>
            <a:endParaRPr lang="en-IN">
              <a:cs typeface="Calibri"/>
            </a:endParaRPr>
          </a:p>
          <a:p>
            <a:r>
              <a:rPr lang="en-IN">
                <a:cs typeface="Calibri"/>
              </a:rPr>
              <a:t>Additional two filters:</a:t>
            </a:r>
          </a:p>
          <a:p>
            <a:pPr marL="171450" indent="-171450">
              <a:buFont typeface="Arial"/>
              <a:buChar char="•"/>
            </a:pPr>
            <a:r>
              <a:rPr lang="en-IN"/>
              <a:t>Median filter </a:t>
            </a:r>
            <a:endParaRPr lang="en-IN">
              <a:cs typeface="Calibri" panose="020F0502020204030204"/>
            </a:endParaRPr>
          </a:p>
          <a:p>
            <a:pPr marL="171450" indent="-171450">
              <a:buFont typeface="Arial"/>
              <a:buChar char="•"/>
            </a:pPr>
            <a:r>
              <a:rPr lang="en-IN"/>
              <a:t>Bilateral filter</a:t>
            </a:r>
            <a:endParaRPr lang="en-IN">
              <a:cs typeface="Calibri" panose="020F0502020204030204"/>
            </a:endParaRPr>
          </a:p>
        </p:txBody>
      </p:sp>
      <p:sp>
        <p:nvSpPr>
          <p:cNvPr id="4" name="Slide Number Placeholder 3"/>
          <p:cNvSpPr>
            <a:spLocks noGrp="1"/>
          </p:cNvSpPr>
          <p:nvPr>
            <p:ph type="sldNum" sz="quarter" idx="5"/>
          </p:nvPr>
        </p:nvSpPr>
        <p:spPr/>
        <p:txBody>
          <a:bodyPr/>
          <a:lstStyle/>
          <a:p>
            <a:fld id="{32A16B6A-1031-4E36-87F0-8E3A259D54E1}" type="slidenum">
              <a:t>11</a:t>
            </a:fld>
            <a:endParaRPr lang="en-US"/>
          </a:p>
        </p:txBody>
      </p:sp>
    </p:spTree>
    <p:extLst>
      <p:ext uri="{BB962C8B-B14F-4D97-AF65-F5344CB8AC3E}">
        <p14:creationId xmlns:p14="http://schemas.microsoft.com/office/powerpoint/2010/main" val="8418755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a:buChar char="•"/>
            </a:pPr>
            <a:r>
              <a:rPr lang="en-US"/>
              <a:t>To represent the extracted feature systematically we construct the feature space.</a:t>
            </a:r>
          </a:p>
          <a:p>
            <a:pPr>
              <a:buFont typeface="Arial"/>
              <a:buChar char="•"/>
            </a:pPr>
            <a:r>
              <a:rPr lang="en-US"/>
              <a:t>After the features are extracted, they are flattened and represented as arrays, where each element corresponds to a specific feature.</a:t>
            </a:r>
            <a:endParaRPr lang="en-US">
              <a:cs typeface="Calibri"/>
            </a:endParaRPr>
          </a:p>
          <a:p>
            <a:pPr>
              <a:buFont typeface="Arial"/>
              <a:buChar char="•"/>
            </a:pPr>
            <a:r>
              <a:rPr lang="en-US"/>
              <a:t>Each data point in the feature space corresponds to a region in the MRI scan, and the position of the point is determined by the values of the features extracted from that region.</a:t>
            </a:r>
            <a:endParaRPr lang="en-US">
              <a:cs typeface="Calibri"/>
            </a:endParaRPr>
          </a:p>
          <a:p>
            <a:pPr>
              <a:buFont typeface="Arial"/>
              <a:buChar char="•"/>
            </a:pPr>
            <a:r>
              <a:rPr lang="en-US"/>
              <a:t>The feature space construction started with ensuring that the flair image, filtered image and the label images all have the same dimensions. </a:t>
            </a:r>
            <a:endParaRPr lang="en-US">
              <a:cs typeface="Calibri"/>
            </a:endParaRPr>
          </a:p>
          <a:p>
            <a:pPr>
              <a:buFont typeface="Arial"/>
              <a:buChar char="•"/>
            </a:pPr>
            <a:r>
              <a:rPr lang="en-US"/>
              <a:t> For construction of feature spaces, both flair images and filtered images are taken and we then iterated through each pixel of the flair, filtered and label images, categorizing pixels based on their values. </a:t>
            </a:r>
            <a:endParaRPr lang="en-US">
              <a:cs typeface="Calibri"/>
            </a:endParaRPr>
          </a:p>
          <a:p>
            <a:pPr>
              <a:buFont typeface="Arial"/>
              <a:buChar char="•"/>
            </a:pPr>
            <a:r>
              <a:rPr lang="en-US"/>
              <a:t>Background pixels (where both flair and label values are 0) were skipped. </a:t>
            </a:r>
            <a:endParaRPr lang="en-US">
              <a:cs typeface="Calibri"/>
            </a:endParaRPr>
          </a:p>
          <a:p>
            <a:pPr>
              <a:buFont typeface="Arial"/>
              <a:buChar char="•"/>
            </a:pPr>
            <a:r>
              <a:rPr lang="en-US"/>
              <a:t>Pixels with nonzero value in flair image and zero values in label image were labeled as "no tumor". </a:t>
            </a:r>
            <a:endParaRPr lang="en-US">
              <a:cs typeface="Calibri"/>
            </a:endParaRPr>
          </a:p>
          <a:p>
            <a:pPr>
              <a:buFont typeface="Arial"/>
              <a:buChar char="•"/>
            </a:pPr>
            <a:r>
              <a:rPr lang="en-US"/>
              <a:t>While pixels with both nonzero values in both flair and label image were labeled as "tumor".</a:t>
            </a:r>
            <a:endParaRPr lang="en-US">
              <a:cs typeface="Calibri"/>
            </a:endParaRPr>
          </a:p>
          <a:p>
            <a:pPr>
              <a:buFont typeface="Arial"/>
              <a:buChar char="•"/>
            </a:pPr>
            <a:r>
              <a:rPr lang="en-US"/>
              <a:t>This feature space was constructed by storing the nonzero flair pixel values as f1 along with their corresponding labels and the features from f2 to f9 or f11 for 8 or 10 features respectively. </a:t>
            </a:r>
            <a:endParaRPr lang="en-US">
              <a:cs typeface="Calibri"/>
            </a:endParaRPr>
          </a:p>
          <a:p>
            <a:pPr>
              <a:buFont typeface="Arial"/>
              <a:buChar char="•"/>
            </a:pPr>
            <a:r>
              <a:rPr lang="en-US"/>
              <a:t>The feature space was organized into a structured </a:t>
            </a:r>
            <a:r>
              <a:rPr lang="en-US" err="1"/>
              <a:t>dataframe</a:t>
            </a:r>
            <a:r>
              <a:rPr lang="en-US"/>
              <a:t> for further analysis. The resulting </a:t>
            </a:r>
            <a:r>
              <a:rPr lang="en-US" err="1"/>
              <a:t>dataframe</a:t>
            </a:r>
            <a:r>
              <a:rPr lang="en-US"/>
              <a:t> is saved as a CSV file. </a:t>
            </a:r>
            <a:endParaRPr lang="en-US">
              <a:cs typeface="Calibri"/>
            </a:endParaRPr>
          </a:p>
          <a:p>
            <a:pPr>
              <a:buFont typeface="Arial"/>
              <a:buChar char="•"/>
            </a:pPr>
            <a:r>
              <a:rPr lang="en-US"/>
              <a:t>This process was followed on a loop to build a feature space for all frames across 20 volumetric data.\\  </a:t>
            </a:r>
            <a:endParaRPr lang="en-US">
              <a:cs typeface="Calibri"/>
            </a:endParaRPr>
          </a:p>
          <a:p>
            <a:pPr marL="171450" indent="-171450">
              <a:buFont typeface="Arial"/>
              <a:buChar char="•"/>
            </a:pPr>
            <a:endParaRPr lang="en-IN">
              <a:cs typeface="Calibri"/>
            </a:endParaRPr>
          </a:p>
        </p:txBody>
      </p:sp>
      <p:sp>
        <p:nvSpPr>
          <p:cNvPr id="4" name="Slide Number Placeholder 3"/>
          <p:cNvSpPr>
            <a:spLocks noGrp="1"/>
          </p:cNvSpPr>
          <p:nvPr>
            <p:ph type="sldNum" sz="quarter" idx="5"/>
          </p:nvPr>
        </p:nvSpPr>
        <p:spPr/>
        <p:txBody>
          <a:bodyPr/>
          <a:lstStyle/>
          <a:p>
            <a:fld id="{32A16B6A-1031-4E36-87F0-8E3A259D54E1}" type="slidenum">
              <a:t>12</a:t>
            </a:fld>
            <a:endParaRPr lang="en-US"/>
          </a:p>
        </p:txBody>
      </p:sp>
    </p:spTree>
    <p:extLst>
      <p:ext uri="{BB962C8B-B14F-4D97-AF65-F5344CB8AC3E}">
        <p14:creationId xmlns:p14="http://schemas.microsoft.com/office/powerpoint/2010/main" val="7063384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a:buChar char="•"/>
            </a:pPr>
            <a:r>
              <a:rPr lang="en-US"/>
              <a:t>To make sure that we have an equal representation of both tumor and non-tumor samples we balanced the dataset as an imbalance can lead to biased models that perform poorly on the minority class (tumor) while achieving high accuracy on the majority class (non-tumor). </a:t>
            </a:r>
          </a:p>
          <a:p>
            <a:pPr>
              <a:buFont typeface="Arial"/>
              <a:buChar char="•"/>
            </a:pPr>
            <a:r>
              <a:rPr lang="en-US"/>
              <a:t>The initial feature spaces that we generated and used for training the models were imbalanced, having fewer tumor samples compared to non-tumor samples. </a:t>
            </a:r>
          </a:p>
          <a:p>
            <a:pPr>
              <a:buFont typeface="Arial"/>
              <a:buChar char="•"/>
            </a:pPr>
            <a:r>
              <a:rPr lang="en-US"/>
              <a:t>This class imbalance led to the model having high accuracy but poor Precision and Recall for tumor detection. </a:t>
            </a:r>
          </a:p>
          <a:p>
            <a:pPr>
              <a:buFont typeface="Arial"/>
              <a:buChar char="•"/>
            </a:pPr>
            <a:r>
              <a:rPr lang="en-US"/>
              <a:t>This meant that the model accurately classified non-tumor samples, but found it hard to correctly identify tumor samples, which is critical for medical diagnoses. </a:t>
            </a:r>
          </a:p>
          <a:p>
            <a:pPr>
              <a:buFont typeface="Arial"/>
              <a:buChar char="•"/>
            </a:pPr>
            <a:r>
              <a:rPr lang="en-US"/>
              <a:t>To address this issue, we balanced the feature spaces through random sampling. </a:t>
            </a:r>
          </a:p>
          <a:p>
            <a:pPr>
              <a:buFont typeface="Arial"/>
              <a:buChar char="•"/>
            </a:pPr>
            <a:r>
              <a:rPr lang="en-US"/>
              <a:t>Which involved randomly under sampling the majority class (non-tumor) to match the number of samples in the minority class (tumor). </a:t>
            </a:r>
          </a:p>
          <a:p>
            <a:pPr>
              <a:buFont typeface="Arial"/>
              <a:buChar char="•"/>
            </a:pPr>
            <a:r>
              <a:rPr lang="en-US"/>
              <a:t>Created a more balanced dataset, which in turn ensures that the models learn from both tumor and non-tumor samples equally, improving their ability to generalize to new, unseen data. </a:t>
            </a:r>
          </a:p>
          <a:p>
            <a:pPr>
              <a:buFont typeface="Arial"/>
              <a:buChar char="•"/>
            </a:pPr>
            <a:r>
              <a:rPr lang="en-US"/>
              <a:t>This led to more accurate and reliable predictions for tumor detection. </a:t>
            </a:r>
            <a:endParaRPr lang="en-US">
              <a:cs typeface="Calibri"/>
            </a:endParaRPr>
          </a:p>
          <a:p>
            <a:pPr>
              <a:buFont typeface="Arial"/>
              <a:buChar char="•"/>
            </a:pPr>
            <a:endParaRPr lang="en-US">
              <a:cs typeface="Calibri"/>
            </a:endParaRPr>
          </a:p>
        </p:txBody>
      </p:sp>
      <p:sp>
        <p:nvSpPr>
          <p:cNvPr id="4" name="Slide Number Placeholder 3"/>
          <p:cNvSpPr>
            <a:spLocks noGrp="1"/>
          </p:cNvSpPr>
          <p:nvPr>
            <p:ph type="sldNum" sz="quarter" idx="5"/>
          </p:nvPr>
        </p:nvSpPr>
        <p:spPr/>
        <p:txBody>
          <a:bodyPr/>
          <a:lstStyle/>
          <a:p>
            <a:fld id="{32A16B6A-1031-4E36-87F0-8E3A259D54E1}" type="slidenum">
              <a:t>13</a:t>
            </a:fld>
            <a:endParaRPr lang="en-US"/>
          </a:p>
        </p:txBody>
      </p:sp>
    </p:spTree>
    <p:extLst>
      <p:ext uri="{BB962C8B-B14F-4D97-AF65-F5344CB8AC3E}">
        <p14:creationId xmlns:p14="http://schemas.microsoft.com/office/powerpoint/2010/main" val="26290700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endParaRPr lang="en-IN">
              <a:cs typeface="Calibri"/>
            </a:endParaRPr>
          </a:p>
        </p:txBody>
      </p:sp>
      <p:sp>
        <p:nvSpPr>
          <p:cNvPr id="4" name="Slide Number Placeholder 3"/>
          <p:cNvSpPr>
            <a:spLocks noGrp="1"/>
          </p:cNvSpPr>
          <p:nvPr>
            <p:ph type="sldNum" sz="quarter" idx="5"/>
          </p:nvPr>
        </p:nvSpPr>
        <p:spPr/>
        <p:txBody>
          <a:bodyPr/>
          <a:lstStyle/>
          <a:p>
            <a:fld id="{32A16B6A-1031-4E36-87F0-8E3A259D54E1}" type="slidenum">
              <a:t>14</a:t>
            </a:fld>
            <a:endParaRPr lang="en-US"/>
          </a:p>
        </p:txBody>
      </p:sp>
    </p:spTree>
    <p:extLst>
      <p:ext uri="{BB962C8B-B14F-4D97-AF65-F5344CB8AC3E}">
        <p14:creationId xmlns:p14="http://schemas.microsoft.com/office/powerpoint/2010/main" val="1976214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endParaRPr lang="en-IN">
              <a:cs typeface="Calibri"/>
            </a:endParaRPr>
          </a:p>
        </p:txBody>
      </p:sp>
      <p:sp>
        <p:nvSpPr>
          <p:cNvPr id="4" name="Slide Number Placeholder 3"/>
          <p:cNvSpPr>
            <a:spLocks noGrp="1"/>
          </p:cNvSpPr>
          <p:nvPr>
            <p:ph type="sldNum" sz="quarter" idx="5"/>
          </p:nvPr>
        </p:nvSpPr>
        <p:spPr/>
        <p:txBody>
          <a:bodyPr/>
          <a:lstStyle/>
          <a:p>
            <a:fld id="{32A16B6A-1031-4E36-87F0-8E3A259D54E1}" type="slidenum">
              <a:t>15</a:t>
            </a:fld>
            <a:endParaRPr lang="en-US"/>
          </a:p>
        </p:txBody>
      </p:sp>
    </p:spTree>
    <p:extLst>
      <p:ext uri="{BB962C8B-B14F-4D97-AF65-F5344CB8AC3E}">
        <p14:creationId xmlns:p14="http://schemas.microsoft.com/office/powerpoint/2010/main" val="41616767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en-IN">
                <a:ea typeface="Calibri"/>
                <a:cs typeface="Calibri"/>
              </a:rPr>
              <a:t>Median Filter</a:t>
            </a:r>
          </a:p>
          <a:p>
            <a:pPr marL="171450" indent="-171450">
              <a:buFont typeface="Arial"/>
              <a:buChar char="•"/>
            </a:pPr>
            <a:r>
              <a:rPr lang="en-IN">
                <a:ea typeface="Calibri"/>
                <a:cs typeface="Calibri"/>
              </a:rPr>
              <a:t>Bilateral Filter</a:t>
            </a:r>
          </a:p>
          <a:p>
            <a:pPr marL="171450" indent="-171450">
              <a:buFont typeface="Arial"/>
              <a:buChar char="•"/>
            </a:pPr>
            <a:r>
              <a:rPr lang="en-IN">
                <a:ea typeface="Calibri"/>
                <a:cs typeface="Calibri"/>
              </a:rPr>
              <a:t>Gabor Filter</a:t>
            </a:r>
          </a:p>
          <a:p>
            <a:pPr marL="171450" indent="-171450">
              <a:buFont typeface="Arial"/>
              <a:buChar char="•"/>
            </a:pPr>
            <a:r>
              <a:rPr lang="en-IN">
                <a:ea typeface="Calibri"/>
                <a:cs typeface="Calibri"/>
              </a:rPr>
              <a:t>Morph opened filter</a:t>
            </a:r>
          </a:p>
          <a:p>
            <a:pPr marL="171450" indent="-171450">
              <a:buFont typeface="Arial"/>
              <a:buChar char="•"/>
            </a:pPr>
            <a:r>
              <a:rPr lang="en-IN"/>
              <a:t>Morph closed filter</a:t>
            </a:r>
          </a:p>
          <a:p>
            <a:pPr marL="171450" indent="-171450">
              <a:buFont typeface="Arial"/>
              <a:buChar char="•"/>
            </a:pPr>
            <a:r>
              <a:rPr lang="en-IN">
                <a:ea typeface="Calibri"/>
                <a:cs typeface="Calibri"/>
              </a:rPr>
              <a:t>Prewitt Filter</a:t>
            </a:r>
          </a:p>
        </p:txBody>
      </p:sp>
      <p:sp>
        <p:nvSpPr>
          <p:cNvPr id="4" name="Slide Number Placeholder 3"/>
          <p:cNvSpPr>
            <a:spLocks noGrp="1"/>
          </p:cNvSpPr>
          <p:nvPr>
            <p:ph type="sldNum" sz="quarter" idx="5"/>
          </p:nvPr>
        </p:nvSpPr>
        <p:spPr/>
        <p:txBody>
          <a:bodyPr/>
          <a:lstStyle/>
          <a:p>
            <a:fld id="{32A16B6A-1031-4E36-87F0-8E3A259D54E1}" type="slidenum">
              <a:t>16</a:t>
            </a:fld>
            <a:endParaRPr lang="en-US"/>
          </a:p>
        </p:txBody>
      </p:sp>
    </p:spTree>
    <p:extLst>
      <p:ext uri="{BB962C8B-B14F-4D97-AF65-F5344CB8AC3E}">
        <p14:creationId xmlns:p14="http://schemas.microsoft.com/office/powerpoint/2010/main" val="37649926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endParaRPr lang="en-IN">
              <a:cs typeface="Calibri"/>
            </a:endParaRPr>
          </a:p>
        </p:txBody>
      </p:sp>
      <p:sp>
        <p:nvSpPr>
          <p:cNvPr id="4" name="Slide Number Placeholder 3"/>
          <p:cNvSpPr>
            <a:spLocks noGrp="1"/>
          </p:cNvSpPr>
          <p:nvPr>
            <p:ph type="sldNum" sz="quarter" idx="5"/>
          </p:nvPr>
        </p:nvSpPr>
        <p:spPr/>
        <p:txBody>
          <a:bodyPr/>
          <a:lstStyle/>
          <a:p>
            <a:fld id="{32A16B6A-1031-4E36-87F0-8E3A259D54E1}" type="slidenum">
              <a:t>17</a:t>
            </a:fld>
            <a:endParaRPr lang="en-US"/>
          </a:p>
        </p:txBody>
      </p:sp>
    </p:spTree>
    <p:extLst>
      <p:ext uri="{BB962C8B-B14F-4D97-AF65-F5344CB8AC3E}">
        <p14:creationId xmlns:p14="http://schemas.microsoft.com/office/powerpoint/2010/main" val="39371460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endParaRPr lang="en-IN">
              <a:cs typeface="Calibri"/>
            </a:endParaRPr>
          </a:p>
        </p:txBody>
      </p:sp>
      <p:sp>
        <p:nvSpPr>
          <p:cNvPr id="4" name="Slide Number Placeholder 3"/>
          <p:cNvSpPr>
            <a:spLocks noGrp="1"/>
          </p:cNvSpPr>
          <p:nvPr>
            <p:ph type="sldNum" sz="quarter" idx="5"/>
          </p:nvPr>
        </p:nvSpPr>
        <p:spPr/>
        <p:txBody>
          <a:bodyPr/>
          <a:lstStyle/>
          <a:p>
            <a:fld id="{32A16B6A-1031-4E36-87F0-8E3A259D54E1}" type="slidenum">
              <a:t>18</a:t>
            </a:fld>
            <a:endParaRPr lang="en-US"/>
          </a:p>
        </p:txBody>
      </p:sp>
    </p:spTree>
    <p:extLst>
      <p:ext uri="{BB962C8B-B14F-4D97-AF65-F5344CB8AC3E}">
        <p14:creationId xmlns:p14="http://schemas.microsoft.com/office/powerpoint/2010/main" val="468680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endParaRPr lang="en-IN">
              <a:cs typeface="Calibri"/>
            </a:endParaRPr>
          </a:p>
        </p:txBody>
      </p:sp>
      <p:sp>
        <p:nvSpPr>
          <p:cNvPr id="4" name="Slide Number Placeholder 3"/>
          <p:cNvSpPr>
            <a:spLocks noGrp="1"/>
          </p:cNvSpPr>
          <p:nvPr>
            <p:ph type="sldNum" sz="quarter" idx="5"/>
          </p:nvPr>
        </p:nvSpPr>
        <p:spPr/>
        <p:txBody>
          <a:bodyPr/>
          <a:lstStyle/>
          <a:p>
            <a:fld id="{32A16B6A-1031-4E36-87F0-8E3A259D54E1}" type="slidenum">
              <a:t>19</a:t>
            </a:fld>
            <a:endParaRPr lang="en-US"/>
          </a:p>
        </p:txBody>
      </p:sp>
    </p:spTree>
    <p:extLst>
      <p:ext uri="{BB962C8B-B14F-4D97-AF65-F5344CB8AC3E}">
        <p14:creationId xmlns:p14="http://schemas.microsoft.com/office/powerpoint/2010/main" val="32102190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endParaRPr lang="en-IN">
              <a:cs typeface="Calibri"/>
            </a:endParaRPr>
          </a:p>
        </p:txBody>
      </p:sp>
      <p:sp>
        <p:nvSpPr>
          <p:cNvPr id="4" name="Slide Number Placeholder 3"/>
          <p:cNvSpPr>
            <a:spLocks noGrp="1"/>
          </p:cNvSpPr>
          <p:nvPr>
            <p:ph type="sldNum" sz="quarter" idx="5"/>
          </p:nvPr>
        </p:nvSpPr>
        <p:spPr/>
        <p:txBody>
          <a:bodyPr/>
          <a:lstStyle/>
          <a:p>
            <a:fld id="{32A16B6A-1031-4E36-87F0-8E3A259D54E1}" type="slidenum">
              <a:t>20</a:t>
            </a:fld>
            <a:endParaRPr lang="en-US"/>
          </a:p>
        </p:txBody>
      </p:sp>
    </p:spTree>
    <p:extLst>
      <p:ext uri="{BB962C8B-B14F-4D97-AF65-F5344CB8AC3E}">
        <p14:creationId xmlns:p14="http://schemas.microsoft.com/office/powerpoint/2010/main" val="13974183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endParaRPr lang="en-IN">
              <a:cs typeface="Calibri"/>
            </a:endParaRPr>
          </a:p>
        </p:txBody>
      </p:sp>
      <p:sp>
        <p:nvSpPr>
          <p:cNvPr id="4" name="Slide Number Placeholder 3"/>
          <p:cNvSpPr>
            <a:spLocks noGrp="1"/>
          </p:cNvSpPr>
          <p:nvPr>
            <p:ph type="sldNum" sz="quarter" idx="5"/>
          </p:nvPr>
        </p:nvSpPr>
        <p:spPr/>
        <p:txBody>
          <a:bodyPr/>
          <a:lstStyle/>
          <a:p>
            <a:fld id="{32A16B6A-1031-4E36-87F0-8E3A259D54E1}" type="slidenum">
              <a:t>21</a:t>
            </a:fld>
            <a:endParaRPr lang="en-US"/>
          </a:p>
        </p:txBody>
      </p:sp>
    </p:spTree>
    <p:extLst>
      <p:ext uri="{BB962C8B-B14F-4D97-AF65-F5344CB8AC3E}">
        <p14:creationId xmlns:p14="http://schemas.microsoft.com/office/powerpoint/2010/main" val="2276967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endParaRPr lang="en-IN">
              <a:cs typeface="Calibri"/>
            </a:endParaRPr>
          </a:p>
        </p:txBody>
      </p:sp>
      <p:sp>
        <p:nvSpPr>
          <p:cNvPr id="4" name="Slide Number Placeholder 3"/>
          <p:cNvSpPr>
            <a:spLocks noGrp="1"/>
          </p:cNvSpPr>
          <p:nvPr>
            <p:ph type="sldNum" sz="quarter" idx="5"/>
          </p:nvPr>
        </p:nvSpPr>
        <p:spPr/>
        <p:txBody>
          <a:bodyPr/>
          <a:lstStyle/>
          <a:p>
            <a:fld id="{32A16B6A-1031-4E36-87F0-8E3A259D54E1}" type="slidenum">
              <a:t>22</a:t>
            </a:fld>
            <a:endParaRPr lang="en-US"/>
          </a:p>
        </p:txBody>
      </p:sp>
    </p:spTree>
    <p:extLst>
      <p:ext uri="{BB962C8B-B14F-4D97-AF65-F5344CB8AC3E}">
        <p14:creationId xmlns:p14="http://schemas.microsoft.com/office/powerpoint/2010/main" val="24054601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endParaRPr lang="en-IN">
              <a:cs typeface="Calibri"/>
            </a:endParaRPr>
          </a:p>
        </p:txBody>
      </p:sp>
      <p:sp>
        <p:nvSpPr>
          <p:cNvPr id="4" name="Slide Number Placeholder 3"/>
          <p:cNvSpPr>
            <a:spLocks noGrp="1"/>
          </p:cNvSpPr>
          <p:nvPr>
            <p:ph type="sldNum" sz="quarter" idx="5"/>
          </p:nvPr>
        </p:nvSpPr>
        <p:spPr/>
        <p:txBody>
          <a:bodyPr/>
          <a:lstStyle/>
          <a:p>
            <a:fld id="{32A16B6A-1031-4E36-87F0-8E3A259D54E1}" type="slidenum">
              <a:t>23</a:t>
            </a:fld>
            <a:endParaRPr lang="en-US"/>
          </a:p>
        </p:txBody>
      </p:sp>
    </p:spTree>
    <p:extLst>
      <p:ext uri="{BB962C8B-B14F-4D97-AF65-F5344CB8AC3E}">
        <p14:creationId xmlns:p14="http://schemas.microsoft.com/office/powerpoint/2010/main" val="9198554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endParaRPr lang="en-IN">
              <a:cs typeface="Calibri"/>
            </a:endParaRPr>
          </a:p>
        </p:txBody>
      </p:sp>
      <p:sp>
        <p:nvSpPr>
          <p:cNvPr id="4" name="Slide Number Placeholder 3"/>
          <p:cNvSpPr>
            <a:spLocks noGrp="1"/>
          </p:cNvSpPr>
          <p:nvPr>
            <p:ph type="sldNum" sz="quarter" idx="5"/>
          </p:nvPr>
        </p:nvSpPr>
        <p:spPr/>
        <p:txBody>
          <a:bodyPr/>
          <a:lstStyle/>
          <a:p>
            <a:fld id="{32A16B6A-1031-4E36-87F0-8E3A259D54E1}" type="slidenum">
              <a:t>24</a:t>
            </a:fld>
            <a:endParaRPr lang="en-US"/>
          </a:p>
        </p:txBody>
      </p:sp>
    </p:spTree>
    <p:extLst>
      <p:ext uri="{BB962C8B-B14F-4D97-AF65-F5344CB8AC3E}">
        <p14:creationId xmlns:p14="http://schemas.microsoft.com/office/powerpoint/2010/main" val="15093925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Sans-Serif"/>
              <a:buChar char="•"/>
            </a:pPr>
            <a:r>
              <a:rPr lang="en-IN"/>
              <a:t>Median Filter</a:t>
            </a:r>
            <a:endParaRPr lang="en-US"/>
          </a:p>
          <a:p>
            <a:pPr marL="171450" indent="-171450">
              <a:buFont typeface="Arial,Sans-Serif"/>
              <a:buChar char="•"/>
            </a:pPr>
            <a:r>
              <a:rPr lang="en-IN"/>
              <a:t>Bilateral Filter</a:t>
            </a:r>
            <a:endParaRPr lang="en-US"/>
          </a:p>
          <a:p>
            <a:pPr marL="171450" indent="-171450">
              <a:buFont typeface="Arial,Sans-Serif"/>
              <a:buChar char="•"/>
            </a:pPr>
            <a:r>
              <a:rPr lang="en-IN"/>
              <a:t>Gabor Filter</a:t>
            </a:r>
            <a:endParaRPr lang="en-US"/>
          </a:p>
          <a:p>
            <a:pPr marL="171450" indent="-171450">
              <a:buFont typeface="Arial,Sans-Serif"/>
              <a:buChar char="•"/>
            </a:pPr>
            <a:r>
              <a:rPr lang="en-IN"/>
              <a:t>Morph opened filter</a:t>
            </a:r>
            <a:endParaRPr lang="en-US"/>
          </a:p>
          <a:p>
            <a:pPr marL="171450" indent="-171450">
              <a:buFont typeface="Arial,Sans-Serif"/>
              <a:buChar char="•"/>
            </a:pPr>
            <a:r>
              <a:rPr lang="en-IN"/>
              <a:t>Morph closed filter</a:t>
            </a:r>
            <a:endParaRPr lang="en-US"/>
          </a:p>
          <a:p>
            <a:pPr marL="171450" indent="-171450">
              <a:buFont typeface="Arial,Sans-Serif"/>
              <a:buChar char="•"/>
            </a:pPr>
            <a:r>
              <a:rPr lang="en-IN"/>
              <a:t>Prewitt Filter</a:t>
            </a:r>
            <a:endParaRPr lang="en-IN">
              <a:ea typeface="Calibri"/>
              <a:cs typeface="Calibri"/>
            </a:endParaRPr>
          </a:p>
        </p:txBody>
      </p:sp>
      <p:sp>
        <p:nvSpPr>
          <p:cNvPr id="4" name="Slide Number Placeholder 3"/>
          <p:cNvSpPr>
            <a:spLocks noGrp="1"/>
          </p:cNvSpPr>
          <p:nvPr>
            <p:ph type="sldNum" sz="quarter" idx="5"/>
          </p:nvPr>
        </p:nvSpPr>
        <p:spPr/>
        <p:txBody>
          <a:bodyPr/>
          <a:lstStyle/>
          <a:p>
            <a:fld id="{32A16B6A-1031-4E36-87F0-8E3A259D54E1}" type="slidenum">
              <a:t>25</a:t>
            </a:fld>
            <a:endParaRPr lang="en-US"/>
          </a:p>
        </p:txBody>
      </p:sp>
    </p:spTree>
    <p:extLst>
      <p:ext uri="{BB962C8B-B14F-4D97-AF65-F5344CB8AC3E}">
        <p14:creationId xmlns:p14="http://schemas.microsoft.com/office/powerpoint/2010/main" val="27019384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48002-315D-49B1-B10F-137139C4BF9E}"/>
              </a:ext>
            </a:extLst>
          </p:cNvPr>
          <p:cNvSpPr>
            <a:spLocks noGrp="1"/>
          </p:cNvSpPr>
          <p:nvPr>
            <p:ph type="ctrTitle"/>
          </p:nvPr>
        </p:nvSpPr>
        <p:spPr>
          <a:xfrm>
            <a:off x="854896" y="1122363"/>
            <a:ext cx="7276733" cy="3381398"/>
          </a:xfrm>
        </p:spPr>
        <p:txBody>
          <a:bodyPr anchor="b">
            <a:normAutofit/>
          </a:bodyPr>
          <a:lstStyle>
            <a:lvl1pPr algn="l">
              <a:defRPr sz="4800" cap="none" spc="0" baseline="0"/>
            </a:lvl1pPr>
          </a:lstStyle>
          <a:p>
            <a:r>
              <a:rPr lang="en-US"/>
              <a:t>Click to edit Master title style</a:t>
            </a:r>
          </a:p>
        </p:txBody>
      </p:sp>
      <p:sp>
        <p:nvSpPr>
          <p:cNvPr id="3" name="Subtitle 2">
            <a:extLst>
              <a:ext uri="{FF2B5EF4-FFF2-40B4-BE49-F238E27FC236}">
                <a16:creationId xmlns:a16="http://schemas.microsoft.com/office/drawing/2014/main" id="{804535E0-4D9C-4DCA-8569-64503C5DC1D4}"/>
              </a:ext>
            </a:extLst>
          </p:cNvPr>
          <p:cNvSpPr>
            <a:spLocks noGrp="1"/>
          </p:cNvSpPr>
          <p:nvPr>
            <p:ph type="subTitle" idx="1"/>
          </p:nvPr>
        </p:nvSpPr>
        <p:spPr>
          <a:xfrm>
            <a:off x="854894" y="4612942"/>
            <a:ext cx="7276733" cy="1181683"/>
          </a:xfrm>
        </p:spPr>
        <p:txBody>
          <a:bodyPr>
            <a:normAutofit/>
          </a:bodyPr>
          <a:lstStyle>
            <a:lvl1pPr marL="0" indent="0" algn="l">
              <a:buNone/>
              <a:defRPr sz="18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F283B68-70CF-4A98-948C-6EA4BD68D2BC}"/>
              </a:ext>
            </a:extLst>
          </p:cNvPr>
          <p:cNvSpPr>
            <a:spLocks noGrp="1"/>
          </p:cNvSpPr>
          <p:nvPr>
            <p:ph type="dt" sz="half" idx="10"/>
          </p:nvPr>
        </p:nvSpPr>
        <p:spPr/>
        <p:txBody>
          <a:bodyPr/>
          <a:lstStyle/>
          <a:p>
            <a:fld id="{326951E3-958F-4611-B170-D081BA0250F9}" type="datetimeFigureOut">
              <a:rPr lang="en-US" smtClean="0"/>
              <a:t>2/3/2025</a:t>
            </a:fld>
            <a:endParaRPr lang="en-US"/>
          </a:p>
        </p:txBody>
      </p:sp>
      <p:sp>
        <p:nvSpPr>
          <p:cNvPr id="5" name="Footer Placeholder 4">
            <a:extLst>
              <a:ext uri="{FF2B5EF4-FFF2-40B4-BE49-F238E27FC236}">
                <a16:creationId xmlns:a16="http://schemas.microsoft.com/office/drawing/2014/main" id="{B3EC2EF9-7F83-4AD3-B3F6-B9D4618D6E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1B751B-3464-41CD-B728-A72BB191E29F}"/>
              </a:ext>
            </a:extLst>
          </p:cNvPr>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411466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BFD42-94A9-4345-AF38-7D562B5021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64C458-A63B-4032-B4EC-732DAC188C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A855B5-7F2F-408B-800D-92CB34B99234}"/>
              </a:ext>
            </a:extLst>
          </p:cNvPr>
          <p:cNvSpPr>
            <a:spLocks noGrp="1"/>
          </p:cNvSpPr>
          <p:nvPr>
            <p:ph type="dt" sz="half" idx="10"/>
          </p:nvPr>
        </p:nvSpPr>
        <p:spPr/>
        <p:txBody>
          <a:bodyPr/>
          <a:lstStyle/>
          <a:p>
            <a:fld id="{326951E3-958F-4611-B170-D081BA0250F9}" type="datetimeFigureOut">
              <a:rPr lang="en-US" smtClean="0"/>
              <a:t>2/3/2025</a:t>
            </a:fld>
            <a:endParaRPr lang="en-US"/>
          </a:p>
        </p:txBody>
      </p:sp>
      <p:sp>
        <p:nvSpPr>
          <p:cNvPr id="5" name="Footer Placeholder 4">
            <a:extLst>
              <a:ext uri="{FF2B5EF4-FFF2-40B4-BE49-F238E27FC236}">
                <a16:creationId xmlns:a16="http://schemas.microsoft.com/office/drawing/2014/main" id="{5C203412-EA6B-43CA-8B3A-F502587CBB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46E9EE-F895-4ECE-B4B2-586D65ED8432}"/>
              </a:ext>
            </a:extLst>
          </p:cNvPr>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27796838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8193F-AFAD-4A9A-B0EF-530DFB19D8DD}"/>
              </a:ext>
            </a:extLst>
          </p:cNvPr>
          <p:cNvSpPr>
            <a:spLocks noGrp="1"/>
          </p:cNvSpPr>
          <p:nvPr>
            <p:ph type="title"/>
          </p:nvPr>
        </p:nvSpPr>
        <p:spPr>
          <a:xfrm>
            <a:off x="831849" y="876299"/>
            <a:ext cx="7876722" cy="3713165"/>
          </a:xfrm>
        </p:spPr>
        <p:txBody>
          <a:bodyPr anchor="b">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EFD1BBE4-9FC1-4F89-B120-1C49D816FDB9}"/>
              </a:ext>
            </a:extLst>
          </p:cNvPr>
          <p:cNvSpPr>
            <a:spLocks noGrp="1"/>
          </p:cNvSpPr>
          <p:nvPr>
            <p:ph type="body" idx="1"/>
          </p:nvPr>
        </p:nvSpPr>
        <p:spPr>
          <a:xfrm>
            <a:off x="831850" y="4746170"/>
            <a:ext cx="6781301" cy="1048455"/>
          </a:xfrm>
        </p:spPr>
        <p:txBody>
          <a:bodyPr>
            <a:normAutofit/>
          </a:bodyPr>
          <a:lstStyle>
            <a:lvl1pPr marL="0" indent="0">
              <a:buNone/>
              <a:defRPr sz="20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3530A6B-E3FD-4920-8128-C263CA1D65D1}"/>
              </a:ext>
            </a:extLst>
          </p:cNvPr>
          <p:cNvSpPr>
            <a:spLocks noGrp="1"/>
          </p:cNvSpPr>
          <p:nvPr>
            <p:ph type="dt" sz="half" idx="10"/>
          </p:nvPr>
        </p:nvSpPr>
        <p:spPr/>
        <p:txBody>
          <a:bodyPr/>
          <a:lstStyle/>
          <a:p>
            <a:fld id="{326951E3-958F-4611-B170-D081BA0250F9}" type="datetimeFigureOut">
              <a:rPr lang="en-US" smtClean="0"/>
              <a:t>2/3/2025</a:t>
            </a:fld>
            <a:endParaRPr lang="en-US"/>
          </a:p>
        </p:txBody>
      </p:sp>
      <p:sp>
        <p:nvSpPr>
          <p:cNvPr id="5" name="Footer Placeholder 4">
            <a:extLst>
              <a:ext uri="{FF2B5EF4-FFF2-40B4-BE49-F238E27FC236}">
                <a16:creationId xmlns:a16="http://schemas.microsoft.com/office/drawing/2014/main" id="{8C166B85-0649-47DB-AD69-458D8F6009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B25931-A293-42E9-BDF5-B2AE121D73AD}"/>
              </a:ext>
            </a:extLst>
          </p:cNvPr>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12571735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5262B-ECD6-47BB-A6F1-92A6033E93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8B8779-51E9-44D1-9F7B-28F3C6D3C44D}"/>
              </a:ext>
            </a:extLst>
          </p:cNvPr>
          <p:cNvSpPr>
            <a:spLocks noGrp="1"/>
          </p:cNvSpPr>
          <p:nvPr>
            <p:ph sz="half" idx="1"/>
          </p:nvPr>
        </p:nvSpPr>
        <p:spPr>
          <a:xfrm>
            <a:off x="848474" y="2080517"/>
            <a:ext cx="4970124" cy="39773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A9E8BFB-5295-4C5E-9CB1-E276E9D0E51F}"/>
              </a:ext>
            </a:extLst>
          </p:cNvPr>
          <p:cNvSpPr>
            <a:spLocks noGrp="1"/>
          </p:cNvSpPr>
          <p:nvPr>
            <p:ph sz="half" idx="2"/>
          </p:nvPr>
        </p:nvSpPr>
        <p:spPr>
          <a:xfrm>
            <a:off x="6310899" y="2080517"/>
            <a:ext cx="4970124" cy="39773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75E22BF-1819-4301-B699-EF5A2F4D9BC4}"/>
              </a:ext>
            </a:extLst>
          </p:cNvPr>
          <p:cNvSpPr>
            <a:spLocks noGrp="1"/>
          </p:cNvSpPr>
          <p:nvPr>
            <p:ph type="dt" sz="half" idx="10"/>
          </p:nvPr>
        </p:nvSpPr>
        <p:spPr/>
        <p:txBody>
          <a:bodyPr/>
          <a:lstStyle/>
          <a:p>
            <a:fld id="{326951E3-958F-4611-B170-D081BA0250F9}" type="datetimeFigureOut">
              <a:rPr lang="en-US" smtClean="0"/>
              <a:t>2/3/2025</a:t>
            </a:fld>
            <a:endParaRPr lang="en-US"/>
          </a:p>
        </p:txBody>
      </p:sp>
      <p:sp>
        <p:nvSpPr>
          <p:cNvPr id="6" name="Footer Placeholder 5">
            <a:extLst>
              <a:ext uri="{FF2B5EF4-FFF2-40B4-BE49-F238E27FC236}">
                <a16:creationId xmlns:a16="http://schemas.microsoft.com/office/drawing/2014/main" id="{3600A2DF-39DE-49C3-A213-3E8423C7AC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55D3A8-238B-4A68-A9F9-672D2F06070B}"/>
              </a:ext>
            </a:extLst>
          </p:cNvPr>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2443106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7D468-D010-4225-B024-DCEF543BCEB9}"/>
              </a:ext>
            </a:extLst>
          </p:cNvPr>
          <p:cNvSpPr>
            <a:spLocks noGrp="1"/>
          </p:cNvSpPr>
          <p:nvPr>
            <p:ph type="title"/>
          </p:nvPr>
        </p:nvSpPr>
        <p:spPr>
          <a:xfrm>
            <a:off x="839788" y="571955"/>
            <a:ext cx="10441236" cy="1398359"/>
          </a:xfrm>
        </p:spPr>
        <p:txBody>
          <a:bodyPr/>
          <a:lstStyle/>
          <a:p>
            <a:r>
              <a:rPr lang="en-US"/>
              <a:t>Click to edit Master title style</a:t>
            </a:r>
          </a:p>
        </p:txBody>
      </p:sp>
      <p:sp>
        <p:nvSpPr>
          <p:cNvPr id="3" name="Text Placeholder 2">
            <a:extLst>
              <a:ext uri="{FF2B5EF4-FFF2-40B4-BE49-F238E27FC236}">
                <a16:creationId xmlns:a16="http://schemas.microsoft.com/office/drawing/2014/main" id="{E73D60A0-FCAB-425A-9ECD-94CDE4F472C6}"/>
              </a:ext>
            </a:extLst>
          </p:cNvPr>
          <p:cNvSpPr>
            <a:spLocks noGrp="1"/>
          </p:cNvSpPr>
          <p:nvPr>
            <p:ph type="body" idx="1"/>
          </p:nvPr>
        </p:nvSpPr>
        <p:spPr>
          <a:xfrm>
            <a:off x="844926" y="1983242"/>
            <a:ext cx="5007110" cy="814387"/>
          </a:xfrm>
        </p:spPr>
        <p:txBody>
          <a:bodyPr anchor="b">
            <a:normAutofit/>
          </a:bodyPr>
          <a:lstStyle>
            <a:lvl1pPr marL="0" indent="0">
              <a:lnSpc>
                <a:spcPct val="110000"/>
              </a:lnSpc>
              <a:buNone/>
              <a:defRPr sz="2000" b="0" cap="all" spc="14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6F986B-07CB-4FB0-9419-2AAB318B8A10}"/>
              </a:ext>
            </a:extLst>
          </p:cNvPr>
          <p:cNvSpPr>
            <a:spLocks noGrp="1"/>
          </p:cNvSpPr>
          <p:nvPr>
            <p:ph sz="half" idx="2"/>
          </p:nvPr>
        </p:nvSpPr>
        <p:spPr>
          <a:xfrm>
            <a:off x="850063" y="2813959"/>
            <a:ext cx="5007110" cy="32439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DA9D784-7968-4E8B-B704-E42EE8F1872F}"/>
              </a:ext>
            </a:extLst>
          </p:cNvPr>
          <p:cNvSpPr>
            <a:spLocks noGrp="1"/>
          </p:cNvSpPr>
          <p:nvPr>
            <p:ph type="body" sz="quarter" idx="3"/>
          </p:nvPr>
        </p:nvSpPr>
        <p:spPr>
          <a:xfrm>
            <a:off x="6249255" y="1983242"/>
            <a:ext cx="5031769" cy="814387"/>
          </a:xfrm>
        </p:spPr>
        <p:txBody>
          <a:bodyPr anchor="b">
            <a:normAutofit/>
          </a:bodyPr>
          <a:lstStyle>
            <a:lvl1pPr marL="0" indent="0">
              <a:lnSpc>
                <a:spcPct val="110000"/>
              </a:lnSpc>
              <a:buNone/>
              <a:defRPr sz="2000" b="0" cap="all" spc="14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D45754F-08D1-4593-988F-95F0ED1A017D}"/>
              </a:ext>
            </a:extLst>
          </p:cNvPr>
          <p:cNvSpPr>
            <a:spLocks noGrp="1"/>
          </p:cNvSpPr>
          <p:nvPr>
            <p:ph sz="quarter" idx="4"/>
          </p:nvPr>
        </p:nvSpPr>
        <p:spPr>
          <a:xfrm>
            <a:off x="6249255" y="2813959"/>
            <a:ext cx="5031769" cy="32439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FED2E61-83B4-4C8F-BBFE-D95920342A1B}"/>
              </a:ext>
            </a:extLst>
          </p:cNvPr>
          <p:cNvSpPr>
            <a:spLocks noGrp="1"/>
          </p:cNvSpPr>
          <p:nvPr>
            <p:ph type="dt" sz="half" idx="10"/>
          </p:nvPr>
        </p:nvSpPr>
        <p:spPr/>
        <p:txBody>
          <a:bodyPr/>
          <a:lstStyle/>
          <a:p>
            <a:fld id="{326951E3-958F-4611-B170-D081BA0250F9}" type="datetimeFigureOut">
              <a:rPr lang="en-US" smtClean="0"/>
              <a:t>2/3/2025</a:t>
            </a:fld>
            <a:endParaRPr lang="en-US"/>
          </a:p>
        </p:txBody>
      </p:sp>
      <p:sp>
        <p:nvSpPr>
          <p:cNvPr id="8" name="Footer Placeholder 7">
            <a:extLst>
              <a:ext uri="{FF2B5EF4-FFF2-40B4-BE49-F238E27FC236}">
                <a16:creationId xmlns:a16="http://schemas.microsoft.com/office/drawing/2014/main" id="{5E80C136-A664-4013-8073-B0C6BDEF8CC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6AE9547-8EE7-461B-9E99-484B11E918A7}"/>
              </a:ext>
            </a:extLst>
          </p:cNvPr>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4033752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2E667-0EFA-4EE6-8E4D-20805309A8A4}"/>
              </a:ext>
            </a:extLst>
          </p:cNvPr>
          <p:cNvSpPr>
            <a:spLocks noGrp="1"/>
          </p:cNvSpPr>
          <p:nvPr>
            <p:ph type="title"/>
          </p:nvPr>
        </p:nvSpPr>
        <p:spPr>
          <a:xfrm>
            <a:off x="849759" y="895440"/>
            <a:ext cx="10138451" cy="1832349"/>
          </a:xfrm>
        </p:spPr>
        <p:txBody>
          <a:bodyPr anchor="t">
            <a:normAutofit/>
          </a:bodyPr>
          <a:lstStyle>
            <a:lvl1pPr>
              <a:defRPr sz="5400"/>
            </a:lvl1pPr>
          </a:lstStyle>
          <a:p>
            <a:r>
              <a:rPr lang="en-US"/>
              <a:t>Click to edit Master title style</a:t>
            </a:r>
          </a:p>
        </p:txBody>
      </p:sp>
      <p:sp>
        <p:nvSpPr>
          <p:cNvPr id="3" name="Date Placeholder 2">
            <a:extLst>
              <a:ext uri="{FF2B5EF4-FFF2-40B4-BE49-F238E27FC236}">
                <a16:creationId xmlns:a16="http://schemas.microsoft.com/office/drawing/2014/main" id="{27EE4825-BB8C-4567-B407-B4452409D7D8}"/>
              </a:ext>
            </a:extLst>
          </p:cNvPr>
          <p:cNvSpPr>
            <a:spLocks noGrp="1"/>
          </p:cNvSpPr>
          <p:nvPr>
            <p:ph type="dt" sz="half" idx="10"/>
          </p:nvPr>
        </p:nvSpPr>
        <p:spPr/>
        <p:txBody>
          <a:bodyPr/>
          <a:lstStyle/>
          <a:p>
            <a:fld id="{326951E3-958F-4611-B170-D081BA0250F9}" type="datetimeFigureOut">
              <a:rPr lang="en-US" smtClean="0"/>
              <a:t>2/3/2025</a:t>
            </a:fld>
            <a:endParaRPr lang="en-US"/>
          </a:p>
        </p:txBody>
      </p:sp>
      <p:sp>
        <p:nvSpPr>
          <p:cNvPr id="4" name="Footer Placeholder 3">
            <a:extLst>
              <a:ext uri="{FF2B5EF4-FFF2-40B4-BE49-F238E27FC236}">
                <a16:creationId xmlns:a16="http://schemas.microsoft.com/office/drawing/2014/main" id="{70838892-25DB-4A4E-9D43-6058C45C531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EC3DDDA-48EF-4B42-9980-4762AF5094E2}"/>
              </a:ext>
            </a:extLst>
          </p:cNvPr>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1999266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EFA7D9-6801-4DD0-8D7D-505212F466BD}"/>
              </a:ext>
            </a:extLst>
          </p:cNvPr>
          <p:cNvSpPr>
            <a:spLocks noGrp="1"/>
          </p:cNvSpPr>
          <p:nvPr>
            <p:ph type="dt" sz="half" idx="10"/>
          </p:nvPr>
        </p:nvSpPr>
        <p:spPr/>
        <p:txBody>
          <a:bodyPr/>
          <a:lstStyle/>
          <a:p>
            <a:fld id="{326951E3-958F-4611-B170-D081BA0250F9}" type="datetimeFigureOut">
              <a:rPr lang="en-US" smtClean="0"/>
              <a:t>2/3/2025</a:t>
            </a:fld>
            <a:endParaRPr lang="en-US"/>
          </a:p>
        </p:txBody>
      </p:sp>
      <p:sp>
        <p:nvSpPr>
          <p:cNvPr id="3" name="Footer Placeholder 2">
            <a:extLst>
              <a:ext uri="{FF2B5EF4-FFF2-40B4-BE49-F238E27FC236}">
                <a16:creationId xmlns:a16="http://schemas.microsoft.com/office/drawing/2014/main" id="{9E6FA3EA-1519-4178-AC3A-231A5BAA793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3423DBE-6FD6-4D60-8336-7843B4BD30B0}"/>
              </a:ext>
            </a:extLst>
          </p:cNvPr>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3928471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2D9AE-CA1A-4751-9B33-0AC09CE629C8}"/>
              </a:ext>
            </a:extLst>
          </p:cNvPr>
          <p:cNvSpPr>
            <a:spLocks noGrp="1"/>
          </p:cNvSpPr>
          <p:nvPr>
            <p:ph type="title"/>
          </p:nvPr>
        </p:nvSpPr>
        <p:spPr>
          <a:xfrm>
            <a:off x="839789" y="996948"/>
            <a:ext cx="3046410" cy="1479551"/>
          </a:xfrm>
        </p:spPr>
        <p:txBody>
          <a:bodyPr anchor="t">
            <a:normAutofit/>
          </a:bodyPr>
          <a:lstStyle>
            <a:lvl1pPr>
              <a:lnSpc>
                <a:spcPct val="110000"/>
              </a:lnSpc>
              <a:defRPr sz="2400" cap="all" spc="400" baseline="0"/>
            </a:lvl1pPr>
          </a:lstStyle>
          <a:p>
            <a:r>
              <a:rPr lang="en-US"/>
              <a:t>Click to edit Master title style</a:t>
            </a:r>
          </a:p>
        </p:txBody>
      </p:sp>
      <p:sp>
        <p:nvSpPr>
          <p:cNvPr id="3" name="Content Placeholder 2">
            <a:extLst>
              <a:ext uri="{FF2B5EF4-FFF2-40B4-BE49-F238E27FC236}">
                <a16:creationId xmlns:a16="http://schemas.microsoft.com/office/drawing/2014/main" id="{E4DF9941-76E5-42B5-8464-C1A7010D94F0}"/>
              </a:ext>
            </a:extLst>
          </p:cNvPr>
          <p:cNvSpPr>
            <a:spLocks noGrp="1"/>
          </p:cNvSpPr>
          <p:nvPr>
            <p:ph idx="1"/>
          </p:nvPr>
        </p:nvSpPr>
        <p:spPr>
          <a:xfrm>
            <a:off x="5260796" y="876300"/>
            <a:ext cx="5758235" cy="5181599"/>
          </a:xfrm>
        </p:spPr>
        <p:txBody>
          <a:bodyPr>
            <a:normAutofit/>
          </a:bodyPr>
          <a:lstStyle>
            <a:lvl1pPr>
              <a:defRPr sz="3600"/>
            </a:lvl1pPr>
            <a:lvl2pPr>
              <a:defRPr sz="3200"/>
            </a:lvl2pPr>
            <a:lvl3pPr>
              <a:defRPr sz="2800"/>
            </a:lvl3pPr>
            <a:lvl4pPr>
              <a:defRPr sz="2400"/>
            </a:lvl4pPr>
            <a:lvl5pPr>
              <a:defRPr sz="2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84785D8-F112-415F-9AB4-5F2AC060D127}"/>
              </a:ext>
            </a:extLst>
          </p:cNvPr>
          <p:cNvSpPr>
            <a:spLocks noGrp="1"/>
          </p:cNvSpPr>
          <p:nvPr>
            <p:ph type="body" sz="half" idx="2"/>
          </p:nvPr>
        </p:nvSpPr>
        <p:spPr>
          <a:xfrm>
            <a:off x="839789" y="2666144"/>
            <a:ext cx="3046409" cy="319490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70A0B3-4E9C-4FAC-B1D1-2673F7B5A10F}"/>
              </a:ext>
            </a:extLst>
          </p:cNvPr>
          <p:cNvSpPr>
            <a:spLocks noGrp="1"/>
          </p:cNvSpPr>
          <p:nvPr>
            <p:ph type="dt" sz="half" idx="10"/>
          </p:nvPr>
        </p:nvSpPr>
        <p:spPr/>
        <p:txBody>
          <a:bodyPr/>
          <a:lstStyle/>
          <a:p>
            <a:fld id="{326951E3-958F-4611-B170-D081BA0250F9}" type="datetimeFigureOut">
              <a:rPr lang="en-US" smtClean="0"/>
              <a:t>2/3/2025</a:t>
            </a:fld>
            <a:endParaRPr lang="en-US"/>
          </a:p>
        </p:txBody>
      </p:sp>
      <p:sp>
        <p:nvSpPr>
          <p:cNvPr id="6" name="Footer Placeholder 5">
            <a:extLst>
              <a:ext uri="{FF2B5EF4-FFF2-40B4-BE49-F238E27FC236}">
                <a16:creationId xmlns:a16="http://schemas.microsoft.com/office/drawing/2014/main" id="{E1AA370A-33F5-48A6-962A-47C0F15D4C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8AD606-A37D-4697-AA7A-EAE4F101A707}"/>
              </a:ext>
            </a:extLst>
          </p:cNvPr>
          <p:cNvSpPr>
            <a:spLocks noGrp="1"/>
          </p:cNvSpPr>
          <p:nvPr>
            <p:ph type="sldNum" sz="quarter" idx="12"/>
          </p:nvPr>
        </p:nvSpPr>
        <p:spPr/>
        <p:txBody>
          <a:bodyPr/>
          <a:lstStyle/>
          <a:p>
            <a:fld id="{57871EFB-7B9E-4E86-A89E-697E8EBB06F2}" type="slidenum">
              <a:rPr lang="en-US" smtClean="0"/>
              <a:t>‹#›</a:t>
            </a:fld>
            <a:endParaRPr lang="en-US"/>
          </a:p>
        </p:txBody>
      </p:sp>
      <p:cxnSp>
        <p:nvCxnSpPr>
          <p:cNvPr id="9" name="Straight Connector 8">
            <a:extLst>
              <a:ext uri="{FF2B5EF4-FFF2-40B4-BE49-F238E27FC236}">
                <a16:creationId xmlns:a16="http://schemas.microsoft.com/office/drawing/2014/main" id="{644E0B5E-1030-4A34-AB09-05ACB45CE993}"/>
              </a:ext>
            </a:extLst>
          </p:cNvPr>
          <p:cNvCxnSpPr>
            <a:cxnSpLocks/>
          </p:cNvCxnSpPr>
          <p:nvPr/>
        </p:nvCxnSpPr>
        <p:spPr>
          <a:xfrm>
            <a:off x="4610100" y="898989"/>
            <a:ext cx="0" cy="51387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07661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21D4C-0A93-40A6-9645-5EF7DE6C5977}"/>
              </a:ext>
            </a:extLst>
          </p:cNvPr>
          <p:cNvSpPr>
            <a:spLocks noGrp="1"/>
          </p:cNvSpPr>
          <p:nvPr>
            <p:ph type="title"/>
          </p:nvPr>
        </p:nvSpPr>
        <p:spPr>
          <a:xfrm>
            <a:off x="839789" y="989314"/>
            <a:ext cx="3046409" cy="1487185"/>
          </a:xfrm>
        </p:spPr>
        <p:txBody>
          <a:bodyPr anchor="t">
            <a:normAutofit/>
          </a:bodyPr>
          <a:lstStyle>
            <a:lvl1pPr>
              <a:lnSpc>
                <a:spcPct val="110000"/>
              </a:lnSpc>
              <a:defRPr sz="2400" cap="all" spc="300" baseline="0"/>
            </a:lvl1pPr>
          </a:lstStyle>
          <a:p>
            <a:r>
              <a:rPr lang="en-US"/>
              <a:t>Click to edit Master title style</a:t>
            </a:r>
          </a:p>
        </p:txBody>
      </p:sp>
      <p:sp>
        <p:nvSpPr>
          <p:cNvPr id="3" name="Picture Placeholder 2">
            <a:extLst>
              <a:ext uri="{FF2B5EF4-FFF2-40B4-BE49-F238E27FC236}">
                <a16:creationId xmlns:a16="http://schemas.microsoft.com/office/drawing/2014/main" id="{222F9455-852F-4604-87D4-801E8D5DB502}"/>
              </a:ext>
            </a:extLst>
          </p:cNvPr>
          <p:cNvSpPr>
            <a:spLocks noGrp="1"/>
          </p:cNvSpPr>
          <p:nvPr>
            <p:ph type="pic" idx="1"/>
          </p:nvPr>
        </p:nvSpPr>
        <p:spPr>
          <a:xfrm>
            <a:off x="5334004" y="876300"/>
            <a:ext cx="5943596" cy="518159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8842061-B161-4973-9EE4-76D0B73FC18C}"/>
              </a:ext>
            </a:extLst>
          </p:cNvPr>
          <p:cNvSpPr>
            <a:spLocks noGrp="1"/>
          </p:cNvSpPr>
          <p:nvPr>
            <p:ph type="body" sz="half" idx="2"/>
          </p:nvPr>
        </p:nvSpPr>
        <p:spPr>
          <a:xfrm>
            <a:off x="839789" y="2666143"/>
            <a:ext cx="3046409" cy="319490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DCE2E0-050A-4BC2-91DF-7A00811D28EB}"/>
              </a:ext>
            </a:extLst>
          </p:cNvPr>
          <p:cNvSpPr>
            <a:spLocks noGrp="1"/>
          </p:cNvSpPr>
          <p:nvPr>
            <p:ph type="dt" sz="half" idx="10"/>
          </p:nvPr>
        </p:nvSpPr>
        <p:spPr/>
        <p:txBody>
          <a:bodyPr/>
          <a:lstStyle/>
          <a:p>
            <a:fld id="{326951E3-958F-4611-B170-D081BA0250F9}" type="datetimeFigureOut">
              <a:rPr lang="en-US" smtClean="0"/>
              <a:t>2/3/2025</a:t>
            </a:fld>
            <a:endParaRPr lang="en-US"/>
          </a:p>
        </p:txBody>
      </p:sp>
      <p:sp>
        <p:nvSpPr>
          <p:cNvPr id="6" name="Footer Placeholder 5">
            <a:extLst>
              <a:ext uri="{FF2B5EF4-FFF2-40B4-BE49-F238E27FC236}">
                <a16:creationId xmlns:a16="http://schemas.microsoft.com/office/drawing/2014/main" id="{260AB003-B443-4B96-9DD9-4284E7E1ED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179DBA-16C0-4FFB-B367-B96169B4B005}"/>
              </a:ext>
            </a:extLst>
          </p:cNvPr>
          <p:cNvSpPr>
            <a:spLocks noGrp="1"/>
          </p:cNvSpPr>
          <p:nvPr>
            <p:ph type="sldNum" sz="quarter" idx="12"/>
          </p:nvPr>
        </p:nvSpPr>
        <p:spPr/>
        <p:txBody>
          <a:bodyPr/>
          <a:lstStyle/>
          <a:p>
            <a:fld id="{57871EFB-7B9E-4E86-A89E-697E8EBB06F2}" type="slidenum">
              <a:rPr lang="en-US" smtClean="0"/>
              <a:t>‹#›</a:t>
            </a:fld>
            <a:endParaRPr lang="en-US"/>
          </a:p>
        </p:txBody>
      </p:sp>
      <p:cxnSp>
        <p:nvCxnSpPr>
          <p:cNvPr id="13" name="Straight Connector 12">
            <a:extLst>
              <a:ext uri="{FF2B5EF4-FFF2-40B4-BE49-F238E27FC236}">
                <a16:creationId xmlns:a16="http://schemas.microsoft.com/office/drawing/2014/main" id="{C9F2BD78-1D6B-4742-9726-75646D91F4AC}"/>
              </a:ext>
            </a:extLst>
          </p:cNvPr>
          <p:cNvCxnSpPr>
            <a:cxnSpLocks/>
          </p:cNvCxnSpPr>
          <p:nvPr/>
        </p:nvCxnSpPr>
        <p:spPr>
          <a:xfrm>
            <a:off x="4610100" y="898989"/>
            <a:ext cx="0" cy="51387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58831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B5731-248B-49C2-93DE-8A3260C9FB3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6D4D5C5-3D5A-4F3D-8A08-7053DACF1F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9E5372-3FC6-4227-B2DD-6CB24E65178F}"/>
              </a:ext>
            </a:extLst>
          </p:cNvPr>
          <p:cNvSpPr>
            <a:spLocks noGrp="1"/>
          </p:cNvSpPr>
          <p:nvPr>
            <p:ph type="dt" sz="half" idx="10"/>
          </p:nvPr>
        </p:nvSpPr>
        <p:spPr/>
        <p:txBody>
          <a:bodyPr/>
          <a:lstStyle/>
          <a:p>
            <a:fld id="{326951E3-958F-4611-B170-D081BA0250F9}" type="datetimeFigureOut">
              <a:rPr lang="en-US" smtClean="0"/>
              <a:t>2/3/2025</a:t>
            </a:fld>
            <a:endParaRPr lang="en-US"/>
          </a:p>
        </p:txBody>
      </p:sp>
      <p:sp>
        <p:nvSpPr>
          <p:cNvPr id="5" name="Footer Placeholder 4">
            <a:extLst>
              <a:ext uri="{FF2B5EF4-FFF2-40B4-BE49-F238E27FC236}">
                <a16:creationId xmlns:a16="http://schemas.microsoft.com/office/drawing/2014/main" id="{B7C1B1B1-B637-4E46-B64C-F082B54C20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5567AD-4B78-41F6-B814-726D4BD4CE50}"/>
              </a:ext>
            </a:extLst>
          </p:cNvPr>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15395164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674D5E-67E6-4C23-B80A-0C66B53315EB}"/>
              </a:ext>
            </a:extLst>
          </p:cNvPr>
          <p:cNvSpPr>
            <a:spLocks noGrp="1"/>
          </p:cNvSpPr>
          <p:nvPr>
            <p:ph type="title" orient="vert"/>
          </p:nvPr>
        </p:nvSpPr>
        <p:spPr>
          <a:xfrm>
            <a:off x="8724900" y="876299"/>
            <a:ext cx="2628900" cy="5181601"/>
          </a:xfrm>
        </p:spPr>
        <p:txBody>
          <a:bodyPr vert="eaVert" anchor="b"/>
          <a:lstStyle/>
          <a:p>
            <a:r>
              <a:rPr lang="en-US"/>
              <a:t>Click to edit Master title style</a:t>
            </a:r>
          </a:p>
        </p:txBody>
      </p:sp>
      <p:sp>
        <p:nvSpPr>
          <p:cNvPr id="3" name="Vertical Text Placeholder 2">
            <a:extLst>
              <a:ext uri="{FF2B5EF4-FFF2-40B4-BE49-F238E27FC236}">
                <a16:creationId xmlns:a16="http://schemas.microsoft.com/office/drawing/2014/main" id="{42FEFF2A-08E8-447D-85C7-7D5A9C422C9D}"/>
              </a:ext>
            </a:extLst>
          </p:cNvPr>
          <p:cNvSpPr>
            <a:spLocks noGrp="1"/>
          </p:cNvSpPr>
          <p:nvPr>
            <p:ph type="body" orient="vert" idx="1"/>
          </p:nvPr>
        </p:nvSpPr>
        <p:spPr>
          <a:xfrm>
            <a:off x="838200" y="876299"/>
            <a:ext cx="773430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40030D-E580-4B0C-B5A8-2C8A094D9D8A}"/>
              </a:ext>
            </a:extLst>
          </p:cNvPr>
          <p:cNvSpPr>
            <a:spLocks noGrp="1"/>
          </p:cNvSpPr>
          <p:nvPr>
            <p:ph type="dt" sz="half" idx="10"/>
          </p:nvPr>
        </p:nvSpPr>
        <p:spPr/>
        <p:txBody>
          <a:bodyPr/>
          <a:lstStyle/>
          <a:p>
            <a:fld id="{326951E3-958F-4611-B170-D081BA0250F9}" type="datetimeFigureOut">
              <a:rPr lang="en-US" smtClean="0"/>
              <a:t>2/3/2025</a:t>
            </a:fld>
            <a:endParaRPr lang="en-US"/>
          </a:p>
        </p:txBody>
      </p:sp>
      <p:sp>
        <p:nvSpPr>
          <p:cNvPr id="5" name="Footer Placeholder 4">
            <a:extLst>
              <a:ext uri="{FF2B5EF4-FFF2-40B4-BE49-F238E27FC236}">
                <a16:creationId xmlns:a16="http://schemas.microsoft.com/office/drawing/2014/main" id="{4F2DCAEB-1B6E-492E-918E-47179AF48A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AE4A38-A745-436E-9E33-63B9F81C0917}"/>
              </a:ext>
            </a:extLst>
          </p:cNvPr>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19561558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98CBCD-166B-4F97-A6DF-DAA3BF2B25A3}"/>
              </a:ext>
            </a:extLst>
          </p:cNvPr>
          <p:cNvSpPr>
            <a:spLocks noGrp="1"/>
          </p:cNvSpPr>
          <p:nvPr>
            <p:ph type="title"/>
          </p:nvPr>
        </p:nvSpPr>
        <p:spPr>
          <a:xfrm>
            <a:off x="849760" y="876302"/>
            <a:ext cx="10427840" cy="108605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0664D6D9-636D-450B-839A-22AE0CED2315}"/>
              </a:ext>
            </a:extLst>
          </p:cNvPr>
          <p:cNvSpPr>
            <a:spLocks noGrp="1"/>
          </p:cNvSpPr>
          <p:nvPr>
            <p:ph type="body" idx="1"/>
          </p:nvPr>
        </p:nvSpPr>
        <p:spPr>
          <a:xfrm>
            <a:off x="849758" y="2065984"/>
            <a:ext cx="10427841" cy="390329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E6CAEC-1EE5-4B71-9646-5C378EEBEFE8}"/>
              </a:ext>
            </a:extLst>
          </p:cNvPr>
          <p:cNvSpPr>
            <a:spLocks noGrp="1"/>
          </p:cNvSpPr>
          <p:nvPr>
            <p:ph type="dt" sz="half" idx="2"/>
          </p:nvPr>
        </p:nvSpPr>
        <p:spPr>
          <a:xfrm>
            <a:off x="7382838" y="6356350"/>
            <a:ext cx="3361362" cy="365125"/>
          </a:xfrm>
          <a:prstGeom prst="rect">
            <a:avLst/>
          </a:prstGeom>
        </p:spPr>
        <p:txBody>
          <a:bodyPr vert="horz" lIns="91440" tIns="45720" rIns="91440" bIns="45720" rtlCol="0" anchor="ctr"/>
          <a:lstStyle>
            <a:lvl1pPr algn="r">
              <a:defRPr sz="900">
                <a:solidFill>
                  <a:schemeClr val="tx2"/>
                </a:solidFill>
              </a:defRPr>
            </a:lvl1pPr>
          </a:lstStyle>
          <a:p>
            <a:fld id="{326951E3-958F-4611-B170-D081BA0250F9}" type="datetimeFigureOut">
              <a:rPr lang="en-US" smtClean="0"/>
              <a:pPr/>
              <a:t>2/3/2025</a:t>
            </a:fld>
            <a:endParaRPr lang="en-US"/>
          </a:p>
        </p:txBody>
      </p:sp>
      <p:sp>
        <p:nvSpPr>
          <p:cNvPr id="5" name="Footer Placeholder 4">
            <a:extLst>
              <a:ext uri="{FF2B5EF4-FFF2-40B4-BE49-F238E27FC236}">
                <a16:creationId xmlns:a16="http://schemas.microsoft.com/office/drawing/2014/main" id="{66570EF8-70B2-4AFC-8388-691A146AA75A}"/>
              </a:ext>
            </a:extLst>
          </p:cNvPr>
          <p:cNvSpPr>
            <a:spLocks noGrp="1"/>
          </p:cNvSpPr>
          <p:nvPr>
            <p:ph type="ftr" sz="quarter" idx="3"/>
          </p:nvPr>
        </p:nvSpPr>
        <p:spPr>
          <a:xfrm>
            <a:off x="858748" y="6356350"/>
            <a:ext cx="4114800" cy="365125"/>
          </a:xfrm>
          <a:prstGeom prst="rect">
            <a:avLst/>
          </a:prstGeom>
        </p:spPr>
        <p:txBody>
          <a:bodyPr vert="horz" lIns="91440" tIns="45720" rIns="91440" bIns="45720" rtlCol="0" anchor="ctr"/>
          <a:lstStyle>
            <a:lvl1pPr algn="l">
              <a:defRPr sz="900" cap="none" spc="0" baseline="0">
                <a:solidFill>
                  <a:schemeClr val="tx2"/>
                </a:solidFill>
              </a:defRPr>
            </a:lvl1pPr>
          </a:lstStyle>
          <a:p>
            <a:endParaRPr lang="en-US"/>
          </a:p>
        </p:txBody>
      </p:sp>
      <p:sp>
        <p:nvSpPr>
          <p:cNvPr id="6" name="Slide Number Placeholder 5">
            <a:extLst>
              <a:ext uri="{FF2B5EF4-FFF2-40B4-BE49-F238E27FC236}">
                <a16:creationId xmlns:a16="http://schemas.microsoft.com/office/drawing/2014/main" id="{52F07DC7-D05C-4038-B51A-F00B7B9C996A}"/>
              </a:ext>
            </a:extLst>
          </p:cNvPr>
          <p:cNvSpPr>
            <a:spLocks noGrp="1"/>
          </p:cNvSpPr>
          <p:nvPr>
            <p:ph type="sldNum" sz="quarter" idx="4"/>
          </p:nvPr>
        </p:nvSpPr>
        <p:spPr>
          <a:xfrm>
            <a:off x="10820400" y="6356350"/>
            <a:ext cx="617669" cy="365125"/>
          </a:xfrm>
          <a:prstGeom prst="rect">
            <a:avLst/>
          </a:prstGeom>
        </p:spPr>
        <p:txBody>
          <a:bodyPr vert="horz" lIns="91440" tIns="45720" rIns="91440" bIns="45720" rtlCol="0" anchor="ctr"/>
          <a:lstStyle>
            <a:lvl1pPr algn="r">
              <a:defRPr sz="900" i="1">
                <a:solidFill>
                  <a:schemeClr val="tx2"/>
                </a:solidFill>
              </a:defRPr>
            </a:lvl1pPr>
          </a:lstStyle>
          <a:p>
            <a:fld id="{57871EFB-7B9E-4E86-A89E-697E8EBB06F2}" type="slidenum">
              <a:rPr lang="en-US" smtClean="0"/>
              <a:pPr/>
              <a:t>‹#›</a:t>
            </a:fld>
            <a:endParaRPr lang="en-US"/>
          </a:p>
        </p:txBody>
      </p:sp>
      <p:cxnSp>
        <p:nvCxnSpPr>
          <p:cNvPr id="34" name="Straight Connector 33">
            <a:extLst>
              <a:ext uri="{FF2B5EF4-FFF2-40B4-BE49-F238E27FC236}">
                <a16:creationId xmlns:a16="http://schemas.microsoft.com/office/drawing/2014/main" id="{EAD4CCDA-06BF-4D2A-B44F-195AEC0B5B22}"/>
              </a:ext>
            </a:extLst>
          </p:cNvPr>
          <p:cNvCxnSpPr>
            <a:cxnSpLocks/>
          </p:cNvCxnSpPr>
          <p:nvPr/>
        </p:nvCxnSpPr>
        <p:spPr>
          <a:xfrm>
            <a:off x="952498" y="6252722"/>
            <a:ext cx="10325101" cy="0"/>
          </a:xfrm>
          <a:prstGeom prst="line">
            <a:avLst/>
          </a:prstGeom>
          <a:ln w="1079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2121234"/>
      </p:ext>
    </p:extLst>
  </p:cSld>
  <p:clrMap bg1="dk1" tx1="lt1" bg2="dk2" tx2="lt2" accent1="accent1" accent2="accent2" accent3="accent3" accent4="accent4" accent5="accent5" accent6="accent6" hlink="hlink" folHlink="folHlink"/>
  <p:sldLayoutIdLst>
    <p:sldLayoutId id="2147483747" r:id="rId1"/>
    <p:sldLayoutId id="2147483748" r:id="rId2"/>
    <p:sldLayoutId id="2147483749" r:id="rId3"/>
    <p:sldLayoutId id="2147483739" r:id="rId4"/>
    <p:sldLayoutId id="2147483740" r:id="rId5"/>
    <p:sldLayoutId id="2147483745" r:id="rId6"/>
    <p:sldLayoutId id="2147483741" r:id="rId7"/>
    <p:sldLayoutId id="2147483742" r:id="rId8"/>
    <p:sldLayoutId id="2147483743" r:id="rId9"/>
    <p:sldLayoutId id="2147483744" r:id="rId10"/>
    <p:sldLayoutId id="2147483746" r:id="rId11"/>
  </p:sldLayoutIdLst>
  <p:txStyles>
    <p:title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SzPct val="70000"/>
        <a:buFont typeface="Arial" panose="020B0604020202020204" pitchFamily="34" charset="0"/>
        <a:buChar char="•"/>
        <a:defRPr sz="2000" kern="1200">
          <a:solidFill>
            <a:schemeClr val="tx2"/>
          </a:solidFill>
          <a:latin typeface="+mn-lt"/>
          <a:ea typeface="+mn-ea"/>
          <a:cs typeface="+mn-cs"/>
        </a:defRPr>
      </a:lvl1pPr>
      <a:lvl2pPr marL="274320" indent="0" algn="l" defTabSz="914400" rtl="0" eaLnBrk="1" latinLnBrk="0" hangingPunct="1">
        <a:lnSpc>
          <a:spcPct val="120000"/>
        </a:lnSpc>
        <a:spcBef>
          <a:spcPts val="500"/>
        </a:spcBef>
        <a:buSzPct val="70000"/>
        <a:buFontTx/>
        <a:buNone/>
        <a:defRPr sz="1800" i="1" kern="1200">
          <a:solidFill>
            <a:schemeClr val="tx2"/>
          </a:solidFill>
          <a:latin typeface="+mn-lt"/>
          <a:ea typeface="+mn-ea"/>
          <a:cs typeface="+mn-cs"/>
        </a:defRPr>
      </a:lvl2pPr>
      <a:lvl3pPr marL="502920" indent="-228600" algn="l" defTabSz="914400" rtl="0" eaLnBrk="1" latinLnBrk="0" hangingPunct="1">
        <a:lnSpc>
          <a:spcPct val="120000"/>
        </a:lnSpc>
        <a:spcBef>
          <a:spcPts val="500"/>
        </a:spcBef>
        <a:buSzPct val="70000"/>
        <a:buFont typeface="Arial" panose="020B0604020202020204" pitchFamily="34" charset="0"/>
        <a:buChar char="•"/>
        <a:defRPr sz="1800" kern="1200">
          <a:solidFill>
            <a:schemeClr val="tx2"/>
          </a:solidFill>
          <a:latin typeface="+mn-lt"/>
          <a:ea typeface="+mn-ea"/>
          <a:cs typeface="+mn-cs"/>
        </a:defRPr>
      </a:lvl3pPr>
      <a:lvl4pPr marL="548640" indent="0" algn="l" defTabSz="914400" rtl="0" eaLnBrk="1" latinLnBrk="0" hangingPunct="1">
        <a:lnSpc>
          <a:spcPct val="120000"/>
        </a:lnSpc>
        <a:spcBef>
          <a:spcPts val="500"/>
        </a:spcBef>
        <a:buSzPct val="70000"/>
        <a:buFont typeface="Arial" panose="020B0604020202020204" pitchFamily="34" charset="0"/>
        <a:buNone/>
        <a:defRPr sz="1600" i="1" kern="1200">
          <a:solidFill>
            <a:schemeClr val="tx2"/>
          </a:solidFill>
          <a:latin typeface="+mn-lt"/>
          <a:ea typeface="+mn-ea"/>
          <a:cs typeface="+mn-cs"/>
        </a:defRPr>
      </a:lvl4pPr>
      <a:lvl5pPr marL="822960" indent="-228600" algn="l" defTabSz="914400" rtl="0" eaLnBrk="1" latinLnBrk="0" hangingPunct="1">
        <a:lnSpc>
          <a:spcPct val="120000"/>
        </a:lnSpc>
        <a:spcBef>
          <a:spcPts val="500"/>
        </a:spcBef>
        <a:buSzPct val="7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V_annamalai@uncg.edu"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5.jpeg"/><Relationship Id="rId4" Type="http://schemas.openxmlformats.org/officeDocument/2006/relationships/image" Target="../media/image14.jpeg"/></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8.jpeg"/><Relationship Id="rId4" Type="http://schemas.openxmlformats.org/officeDocument/2006/relationships/image" Target="../media/image17.jpe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5" name="Rectangle 104">
            <a:extLst>
              <a:ext uri="{FF2B5EF4-FFF2-40B4-BE49-F238E27FC236}">
                <a16:creationId xmlns:a16="http://schemas.microsoft.com/office/drawing/2014/main" id="{51C0BCA8-B9D5-4F84-B063-ABE683EE04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6" name="Picture 105">
            <a:extLst>
              <a:ext uri="{FF2B5EF4-FFF2-40B4-BE49-F238E27FC236}">
                <a16:creationId xmlns:a16="http://schemas.microsoft.com/office/drawing/2014/main" id="{9B77BEF9-4357-8C53-7231-60AC7BC15B6C}"/>
              </a:ext>
            </a:extLst>
          </p:cNvPr>
          <p:cNvPicPr>
            <a:picLocks noChangeAspect="1"/>
          </p:cNvPicPr>
          <p:nvPr/>
        </p:nvPicPr>
        <p:blipFill>
          <a:blip r:embed="rId2"/>
          <a:srcRect t="24891" r="-2" b="108"/>
          <a:stretch/>
        </p:blipFill>
        <p:spPr>
          <a:xfrm>
            <a:off x="10317" y="20605"/>
            <a:ext cx="12191979" cy="6857989"/>
          </a:xfrm>
          <a:prstGeom prst="rect">
            <a:avLst/>
          </a:prstGeom>
        </p:spPr>
      </p:pic>
      <p:sp>
        <p:nvSpPr>
          <p:cNvPr id="107" name="Freeform: Shape 106">
            <a:extLst>
              <a:ext uri="{FF2B5EF4-FFF2-40B4-BE49-F238E27FC236}">
                <a16:creationId xmlns:a16="http://schemas.microsoft.com/office/drawing/2014/main" id="{3148D7B7-CAFA-4089-A365-6371A76FE4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custGeom>
            <a:avLst/>
            <a:gdLst>
              <a:gd name="connsiteX0" fmla="*/ 3144236 w 12192000"/>
              <a:gd name="connsiteY0" fmla="*/ 859953 h 6858000"/>
              <a:gd name="connsiteX1" fmla="*/ 954990 w 12192000"/>
              <a:gd name="connsiteY1" fmla="*/ 3049201 h 6858000"/>
              <a:gd name="connsiteX2" fmla="*/ 954990 w 12192000"/>
              <a:gd name="connsiteY2" fmla="*/ 3317710 h 6858000"/>
              <a:gd name="connsiteX3" fmla="*/ 954990 w 12192000"/>
              <a:gd name="connsiteY3" fmla="*/ 6057900 h 6858000"/>
              <a:gd name="connsiteX4" fmla="*/ 5334000 w 12192000"/>
              <a:gd name="connsiteY4" fmla="*/ 6057900 h 6858000"/>
              <a:gd name="connsiteX5" fmla="*/ 5334000 w 12192000"/>
              <a:gd name="connsiteY5" fmla="*/ 3049201 h 6858000"/>
              <a:gd name="connsiteX6" fmla="*/ 3144755 w 12192000"/>
              <a:gd name="connsiteY6" fmla="*/ 859953 h 6858000"/>
              <a:gd name="connsiteX7" fmla="*/ 0 w 12192000"/>
              <a:gd name="connsiteY7" fmla="*/ 0 h 6858000"/>
              <a:gd name="connsiteX8" fmla="*/ 12192000 w 12192000"/>
              <a:gd name="connsiteY8" fmla="*/ 0 h 6858000"/>
              <a:gd name="connsiteX9" fmla="*/ 12192000 w 12192000"/>
              <a:gd name="connsiteY9" fmla="*/ 6858000 h 6858000"/>
              <a:gd name="connsiteX10" fmla="*/ 0 w 12192000"/>
              <a:gd name="connsiteY1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92000" h="6858000">
                <a:moveTo>
                  <a:pt x="3144236" y="859953"/>
                </a:moveTo>
                <a:cubicBezTo>
                  <a:pt x="1935127" y="859953"/>
                  <a:pt x="954990" y="1840119"/>
                  <a:pt x="954990" y="3049201"/>
                </a:cubicBezTo>
                <a:lnTo>
                  <a:pt x="954990" y="3317710"/>
                </a:lnTo>
                <a:lnTo>
                  <a:pt x="954990" y="6057900"/>
                </a:lnTo>
                <a:lnTo>
                  <a:pt x="5334000" y="6057900"/>
                </a:lnTo>
                <a:lnTo>
                  <a:pt x="5334000" y="3049201"/>
                </a:lnTo>
                <a:cubicBezTo>
                  <a:pt x="5334000" y="1840119"/>
                  <a:pt x="4353860" y="859953"/>
                  <a:pt x="3144755" y="859953"/>
                </a:cubicBezTo>
                <a:close/>
                <a:moveTo>
                  <a:pt x="0" y="0"/>
                </a:moveTo>
                <a:lnTo>
                  <a:pt x="12192000" y="0"/>
                </a:lnTo>
                <a:lnTo>
                  <a:pt x="12192000" y="6858000"/>
                </a:lnTo>
                <a:lnTo>
                  <a:pt x="0" y="6858000"/>
                </a:lnTo>
                <a:close/>
              </a:path>
            </a:pathLst>
          </a:custGeom>
          <a:solidFill>
            <a:srgbClr val="000000">
              <a:alpha val="6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ctrTitle"/>
          </p:nvPr>
        </p:nvSpPr>
        <p:spPr>
          <a:xfrm>
            <a:off x="1528020" y="1328171"/>
            <a:ext cx="9380792" cy="2246708"/>
          </a:xfrm>
        </p:spPr>
        <p:txBody>
          <a:bodyPr anchor="b">
            <a:normAutofit fontScale="90000"/>
          </a:bodyPr>
          <a:lstStyle/>
          <a:p>
            <a:r>
              <a:rPr lang="en-US" dirty="0">
                <a:solidFill>
                  <a:srgbClr val="FFC000"/>
                </a:solidFill>
              </a:rPr>
              <a:t>Experimental Analysis Of Pixel Based Brain Tumor Detection on </a:t>
            </a:r>
            <a:r>
              <a:rPr lang="en-US" dirty="0" err="1">
                <a:solidFill>
                  <a:srgbClr val="FFC000"/>
                </a:solidFill>
              </a:rPr>
              <a:t>BraTS</a:t>
            </a:r>
            <a:r>
              <a:rPr lang="en-US" dirty="0">
                <a:solidFill>
                  <a:srgbClr val="FFC000"/>
                </a:solidFill>
              </a:rPr>
              <a:t> 2020 Dataset </a:t>
            </a:r>
            <a:endParaRPr lang="en-US" b="1" dirty="0">
              <a:solidFill>
                <a:srgbClr val="FFC000"/>
              </a:solidFill>
            </a:endParaRPr>
          </a:p>
        </p:txBody>
      </p:sp>
      <p:sp>
        <p:nvSpPr>
          <p:cNvPr id="3" name="Subtitle 2"/>
          <p:cNvSpPr>
            <a:spLocks noGrp="1"/>
          </p:cNvSpPr>
          <p:nvPr>
            <p:ph type="subTitle" idx="1"/>
          </p:nvPr>
        </p:nvSpPr>
        <p:spPr>
          <a:xfrm>
            <a:off x="6694210" y="3804843"/>
            <a:ext cx="4881871" cy="2069490"/>
          </a:xfrm>
        </p:spPr>
        <p:txBody>
          <a:bodyPr anchor="b">
            <a:normAutofit/>
          </a:bodyPr>
          <a:lstStyle/>
          <a:p>
            <a:r>
              <a:rPr lang="en-US" sz="1200" dirty="0">
                <a:solidFill>
                  <a:srgbClr val="FFC000"/>
                </a:solidFill>
              </a:rPr>
              <a:t>Varsha Annamalai</a:t>
            </a:r>
          </a:p>
          <a:p>
            <a:r>
              <a:rPr lang="en-US" sz="1200" dirty="0">
                <a:solidFill>
                  <a:srgbClr val="FFFFFF"/>
                </a:solidFill>
              </a:rPr>
              <a:t>Dept. Of computer sciences</a:t>
            </a:r>
          </a:p>
          <a:p>
            <a:r>
              <a:rPr lang="en-US" sz="1200" dirty="0">
                <a:solidFill>
                  <a:srgbClr val="FFFFFF"/>
                </a:solidFill>
              </a:rPr>
              <a:t>University of north Carolina Greensboro</a:t>
            </a:r>
          </a:p>
          <a:p>
            <a:r>
              <a:rPr lang="en-US" sz="1200" dirty="0">
                <a:solidFill>
                  <a:srgbClr val="FFFFFF"/>
                </a:solidFill>
                <a:latin typeface="Segoe UI"/>
                <a:cs typeface="Segoe UI"/>
                <a:hlinkClick r:id="rId3"/>
              </a:rPr>
              <a:t>V_annamalai@uncg.edu</a:t>
            </a:r>
          </a:p>
          <a:p>
            <a:r>
              <a:rPr lang="en-US" sz="1200" dirty="0">
                <a:solidFill>
                  <a:srgbClr val="FFFFFF"/>
                </a:solidFill>
                <a:latin typeface="Segoe UI"/>
                <a:cs typeface="Segoe UI"/>
              </a:rPr>
              <a:t>Advisor: </a:t>
            </a:r>
            <a:r>
              <a:rPr lang="en-US" sz="1200" dirty="0" err="1">
                <a:solidFill>
                  <a:srgbClr val="FFFFFF"/>
                </a:solidFill>
                <a:latin typeface="Segoe UI"/>
                <a:cs typeface="Segoe UI"/>
              </a:rPr>
              <a:t>shan</a:t>
            </a:r>
            <a:r>
              <a:rPr lang="en-US" sz="1200" dirty="0">
                <a:solidFill>
                  <a:srgbClr val="FFFFFF"/>
                </a:solidFill>
                <a:latin typeface="Segoe UI"/>
                <a:cs typeface="Segoe UI"/>
              </a:rPr>
              <a:t> </a:t>
            </a:r>
            <a:r>
              <a:rPr lang="en-US" sz="1200" dirty="0" err="1">
                <a:solidFill>
                  <a:srgbClr val="FFFFFF"/>
                </a:solidFill>
                <a:latin typeface="Segoe UI"/>
                <a:cs typeface="Segoe UI"/>
              </a:rPr>
              <a:t>suthaharan</a:t>
            </a:r>
            <a:endParaRPr lang="en-US" sz="1200" dirty="0">
              <a:solidFill>
                <a:srgbClr val="FFFFFF"/>
              </a:solidFill>
              <a:latin typeface="Segoe UI"/>
              <a:cs typeface="Segoe UI"/>
            </a:endParaRPr>
          </a:p>
        </p:txBody>
      </p:sp>
      <p:cxnSp>
        <p:nvCxnSpPr>
          <p:cNvPr id="108" name="Straight Connector 107">
            <a:extLst>
              <a:ext uri="{FF2B5EF4-FFF2-40B4-BE49-F238E27FC236}">
                <a16:creationId xmlns:a16="http://schemas.microsoft.com/office/drawing/2014/main" id="{7476E355-DC49-4AFB-88DE-62B854B9B31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09851" y="4003443"/>
            <a:ext cx="0" cy="2054457"/>
          </a:xfrm>
          <a:prstGeom prst="line">
            <a:avLst/>
          </a:prstGeom>
          <a:ln w="10795">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BA761B-DE6B-4078-B4C9-0FFE37D238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938B7B-455E-047A-3E98-ABCC63DCDCF3}"/>
              </a:ext>
            </a:extLst>
          </p:cNvPr>
          <p:cNvSpPr>
            <a:spLocks noGrp="1"/>
          </p:cNvSpPr>
          <p:nvPr>
            <p:ph type="title"/>
          </p:nvPr>
        </p:nvSpPr>
        <p:spPr>
          <a:xfrm>
            <a:off x="849760" y="837032"/>
            <a:ext cx="10427840" cy="1108142"/>
          </a:xfrm>
        </p:spPr>
        <p:txBody>
          <a:bodyPr>
            <a:normAutofit/>
          </a:bodyPr>
          <a:lstStyle/>
          <a:p>
            <a:r>
              <a:rPr lang="en-US" sz="4000">
                <a:solidFill>
                  <a:srgbClr val="FFC000"/>
                </a:solidFill>
              </a:rPr>
              <a:t>Content</a:t>
            </a:r>
          </a:p>
        </p:txBody>
      </p:sp>
      <p:cxnSp>
        <p:nvCxnSpPr>
          <p:cNvPr id="10" name="Straight Connector 9">
            <a:extLst>
              <a:ext uri="{FF2B5EF4-FFF2-40B4-BE49-F238E27FC236}">
                <a16:creationId xmlns:a16="http://schemas.microsoft.com/office/drawing/2014/main" id="{05C630D5-1ADF-4994-883A-6501F0DFCFA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952500" y="2053613"/>
            <a:ext cx="10325100" cy="0"/>
          </a:xfrm>
          <a:prstGeom prst="line">
            <a:avLst/>
          </a:prstGeom>
          <a:ln w="10795">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E93D6A6-559F-19FB-A5F5-0CE5305DF0ED}"/>
              </a:ext>
            </a:extLst>
          </p:cNvPr>
          <p:cNvSpPr>
            <a:spLocks noGrp="1"/>
          </p:cNvSpPr>
          <p:nvPr>
            <p:ph idx="1"/>
          </p:nvPr>
        </p:nvSpPr>
        <p:spPr>
          <a:xfrm>
            <a:off x="877854" y="2173317"/>
            <a:ext cx="10399746" cy="3979709"/>
          </a:xfrm>
        </p:spPr>
        <p:txBody>
          <a:bodyPr anchor="b">
            <a:normAutofit fontScale="92500" lnSpcReduction="10000"/>
          </a:bodyPr>
          <a:lstStyle/>
          <a:p>
            <a:pPr marL="342900" indent="-342900"/>
            <a:r>
              <a:rPr lang="en-US"/>
              <a:t>Problem statement</a:t>
            </a:r>
          </a:p>
          <a:p>
            <a:pPr marL="342900" indent="-342900"/>
            <a:r>
              <a:rPr lang="en-US"/>
              <a:t>Project Scope</a:t>
            </a:r>
          </a:p>
          <a:p>
            <a:pPr marL="342900" indent="-342900"/>
            <a:r>
              <a:rPr lang="en-US"/>
              <a:t>Introduction </a:t>
            </a:r>
          </a:p>
          <a:p>
            <a:pPr marL="342900" indent="-342900"/>
            <a:r>
              <a:rPr lang="en-US"/>
              <a:t>Dataset</a:t>
            </a:r>
          </a:p>
          <a:p>
            <a:pPr marL="342900" indent="-342900"/>
            <a:r>
              <a:rPr lang="en-US"/>
              <a:t>Methodology</a:t>
            </a:r>
          </a:p>
          <a:p>
            <a:pPr marL="342900" indent="-342900"/>
            <a:r>
              <a:rPr lang="en-US"/>
              <a:t>Experimental Section</a:t>
            </a:r>
          </a:p>
          <a:p>
            <a:pPr marL="342900" indent="-342900"/>
            <a:r>
              <a:rPr lang="en-US"/>
              <a:t>Result Section</a:t>
            </a:r>
          </a:p>
          <a:p>
            <a:pPr marL="342900" indent="-342900"/>
            <a:r>
              <a:rPr lang="en-US"/>
              <a:t>Observation </a:t>
            </a:r>
          </a:p>
          <a:p>
            <a:pPr marL="342900" indent="-342900"/>
            <a:r>
              <a:rPr lang="en-US"/>
              <a:t>Conclusion </a:t>
            </a:r>
          </a:p>
        </p:txBody>
      </p:sp>
    </p:spTree>
    <p:extLst>
      <p:ext uri="{BB962C8B-B14F-4D97-AF65-F5344CB8AC3E}">
        <p14:creationId xmlns:p14="http://schemas.microsoft.com/office/powerpoint/2010/main" val="26800477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978030-60EC-D4EC-539C-20EC1FEBFBA2}"/>
              </a:ext>
            </a:extLst>
          </p:cNvPr>
          <p:cNvSpPr>
            <a:spLocks noGrp="1"/>
          </p:cNvSpPr>
          <p:nvPr>
            <p:ph idx="1"/>
          </p:nvPr>
        </p:nvSpPr>
        <p:spPr>
          <a:xfrm>
            <a:off x="849758" y="475142"/>
            <a:ext cx="10427841" cy="5494140"/>
          </a:xfrm>
        </p:spPr>
        <p:txBody>
          <a:bodyPr vert="horz" lIns="91440" tIns="45720" rIns="91440" bIns="45720" rtlCol="0" anchor="t">
            <a:normAutofit/>
          </a:bodyPr>
          <a:lstStyle/>
          <a:p>
            <a:pPr>
              <a:buNone/>
            </a:pPr>
            <a:r>
              <a:rPr lang="en-US" sz="4000">
                <a:solidFill>
                  <a:srgbClr val="FFC000"/>
                </a:solidFill>
                <a:latin typeface="Georgia Pro Light"/>
                <a:ea typeface="+mj-ea"/>
                <a:cs typeface="Arial"/>
              </a:rPr>
              <a:t>Problem Statement</a:t>
            </a:r>
          </a:p>
          <a:p>
            <a:pPr lvl="1"/>
            <a:r>
              <a:rPr lang="en-US" i="0">
                <a:ea typeface="+mn-lt"/>
                <a:cs typeface="+mn-lt"/>
              </a:rPr>
              <a:t>MRI-based brain tumor detection are prone to errors due to the inherent limitations of human interpretation. Further, tumors  differ significantly in type, size, shape, and location, leading to a high potential for smaller tumors to be missed. This complicates the accurate diagnosis and treatment of brain tumors and hence poses a significant risk to patient health.</a:t>
            </a:r>
            <a:endParaRPr lang="en-US" i="0"/>
          </a:p>
          <a:p>
            <a:pPr lvl="1" indent="0">
              <a:buFontTx/>
              <a:buNone/>
            </a:pPr>
            <a:endParaRPr lang="en-US"/>
          </a:p>
          <a:p>
            <a:pPr marL="0" indent="0">
              <a:buNone/>
            </a:pPr>
            <a:r>
              <a:rPr lang="en-US" sz="4000">
                <a:solidFill>
                  <a:srgbClr val="FFC000"/>
                </a:solidFill>
                <a:latin typeface="Georgia Pro Light"/>
                <a:ea typeface="+mj-ea"/>
                <a:cs typeface="Arial"/>
              </a:rPr>
              <a:t>Project Scope</a:t>
            </a:r>
          </a:p>
          <a:p>
            <a:pPr lvl="1"/>
            <a:r>
              <a:rPr lang="en-US" i="0">
                <a:ea typeface="+mn-lt"/>
                <a:cs typeface="+mn-lt"/>
              </a:rPr>
              <a:t>This project focuses on enhancing the accuracy and reliability of MRI-based brain tumor detection by exploring multiple medical image analysis techniques. The approach followed include:</a:t>
            </a:r>
          </a:p>
          <a:p>
            <a:pPr marL="560070" lvl="1" indent="-285750">
              <a:buFont typeface="Arial"/>
              <a:buChar char="•"/>
            </a:pPr>
            <a:r>
              <a:rPr lang="en-US" i="0">
                <a:ea typeface="+mn-lt"/>
                <a:cs typeface="+mn-lt"/>
              </a:rPr>
              <a:t>Creating feature spaces with various feature combinations.</a:t>
            </a:r>
          </a:p>
          <a:p>
            <a:pPr marL="560070" lvl="1" indent="-285750">
              <a:buFont typeface="Arial"/>
              <a:buChar char="•"/>
            </a:pPr>
            <a:r>
              <a:rPr lang="en-US" i="0">
                <a:ea typeface="+mn-lt"/>
                <a:cs typeface="+mn-lt"/>
              </a:rPr>
              <a:t>Applying image processing techniques, such as filters.</a:t>
            </a:r>
          </a:p>
          <a:p>
            <a:pPr marL="560070" lvl="1" indent="-285750">
              <a:buFont typeface="Arial"/>
              <a:buChar char="•"/>
            </a:pPr>
            <a:r>
              <a:rPr lang="en-US" i="0">
                <a:ea typeface="+mn-lt"/>
                <a:cs typeface="+mn-lt"/>
              </a:rPr>
              <a:t>Implementing pixel-based detection methods.</a:t>
            </a:r>
          </a:p>
        </p:txBody>
      </p:sp>
    </p:spTree>
    <p:extLst>
      <p:ext uri="{BB962C8B-B14F-4D97-AF65-F5344CB8AC3E}">
        <p14:creationId xmlns:p14="http://schemas.microsoft.com/office/powerpoint/2010/main" val="31515564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BA761B-DE6B-4078-B4C9-0FFE37D238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938B7B-455E-047A-3E98-ABCC63DCDCF3}"/>
              </a:ext>
            </a:extLst>
          </p:cNvPr>
          <p:cNvSpPr>
            <a:spLocks noGrp="1"/>
          </p:cNvSpPr>
          <p:nvPr>
            <p:ph type="title"/>
          </p:nvPr>
        </p:nvSpPr>
        <p:spPr>
          <a:xfrm>
            <a:off x="888837" y="756821"/>
            <a:ext cx="10427840" cy="1108142"/>
          </a:xfrm>
        </p:spPr>
        <p:txBody>
          <a:bodyPr>
            <a:normAutofit/>
          </a:bodyPr>
          <a:lstStyle/>
          <a:p>
            <a:pPr>
              <a:lnSpc>
                <a:spcPct val="120000"/>
              </a:lnSpc>
              <a:spcBef>
                <a:spcPts val="1000"/>
              </a:spcBef>
            </a:pPr>
            <a:r>
              <a:rPr lang="en-US" sz="4000">
                <a:solidFill>
                  <a:srgbClr val="FFC000"/>
                </a:solidFill>
                <a:latin typeface="Georgia Pro Light"/>
                <a:cs typeface="Arial"/>
              </a:rPr>
              <a:t>Introduction </a:t>
            </a:r>
          </a:p>
        </p:txBody>
      </p:sp>
      <p:cxnSp>
        <p:nvCxnSpPr>
          <p:cNvPr id="10" name="Straight Connector 9">
            <a:extLst>
              <a:ext uri="{FF2B5EF4-FFF2-40B4-BE49-F238E27FC236}">
                <a16:creationId xmlns:a16="http://schemas.microsoft.com/office/drawing/2014/main" id="{05C630D5-1ADF-4994-883A-6501F0DFCFA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952500" y="2053613"/>
            <a:ext cx="10325100" cy="0"/>
          </a:xfrm>
          <a:prstGeom prst="line">
            <a:avLst/>
          </a:prstGeom>
          <a:ln w="10795">
            <a:solidFill>
              <a:schemeClr val="tx2"/>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F88640E3-A4AC-65B8-B250-B4B9D1354972}"/>
              </a:ext>
            </a:extLst>
          </p:cNvPr>
          <p:cNvSpPr>
            <a:spLocks noGrp="1"/>
          </p:cNvSpPr>
          <p:nvPr>
            <p:ph idx="1"/>
          </p:nvPr>
        </p:nvSpPr>
        <p:spPr>
          <a:xfrm>
            <a:off x="854134" y="2200797"/>
            <a:ext cx="10423465" cy="4386711"/>
          </a:xfrm>
        </p:spPr>
        <p:txBody>
          <a:bodyPr vert="horz" lIns="91440" tIns="45720" rIns="91440" bIns="45720" rtlCol="0" anchor="t">
            <a:normAutofit lnSpcReduction="10000"/>
          </a:bodyPr>
          <a:lstStyle/>
          <a:p>
            <a:r>
              <a:rPr lang="en-US" sz="1800">
                <a:solidFill>
                  <a:srgbClr val="FFC000"/>
                </a:solidFill>
              </a:rPr>
              <a:t>Image Processing Techniques</a:t>
            </a:r>
            <a:r>
              <a:rPr lang="en-US" sz="1800"/>
              <a:t> </a:t>
            </a:r>
            <a:r>
              <a:rPr lang="en-US" sz="1800">
                <a:ea typeface="+mn-lt"/>
                <a:cs typeface="+mn-lt"/>
              </a:rPr>
              <a:t>are uses to modify image’s properties by altering the values of pixels based on the values of neighboring pixels to prepare them for further analysis. These techniques involve applying various filters, noise reduction, edge detection, feature extraction, and segmentation which helps while feature space creation  and better training.</a:t>
            </a:r>
            <a:endParaRPr lang="en-US" sz="1800"/>
          </a:p>
          <a:p>
            <a:r>
              <a:rPr lang="en-US" sz="1800">
                <a:solidFill>
                  <a:srgbClr val="FFC000"/>
                </a:solidFill>
              </a:rPr>
              <a:t>Feature Space Creation</a:t>
            </a:r>
            <a:r>
              <a:rPr lang="en-US" sz="1800"/>
              <a:t> </a:t>
            </a:r>
            <a:r>
              <a:rPr lang="en-US" sz="1800">
                <a:ea typeface="+mn-lt"/>
                <a:cs typeface="+mn-lt"/>
              </a:rPr>
              <a:t>is construction of multi-dimensional and detailed representations of image characteristics, which makes it useful for visualizing and analyzing datapoints and  easier with creating pixel-based brain tumor detection models that are more reliable and accurate.</a:t>
            </a:r>
          </a:p>
          <a:p>
            <a:r>
              <a:rPr lang="en-US" sz="1800">
                <a:solidFill>
                  <a:srgbClr val="FFC000"/>
                </a:solidFill>
              </a:rPr>
              <a:t>Pixel Based Brain Tumor Detection</a:t>
            </a:r>
            <a:r>
              <a:rPr lang="en-US" sz="1800">
                <a:ea typeface="+mn-lt"/>
                <a:cs typeface="+mn-lt"/>
              </a:rPr>
              <a:t> is an analysis of MRI images at a granular level to identify and  differentiate between tumor and non-tumor regions. Analyzing each pixel ensures that no details are missed for more accurate tumor detection</a:t>
            </a:r>
          </a:p>
          <a:p>
            <a:r>
              <a:rPr lang="en-US" sz="1800"/>
              <a:t>Random</a:t>
            </a:r>
            <a:r>
              <a:rPr lang="en-US" sz="1800">
                <a:solidFill>
                  <a:srgbClr val="E2E3E8"/>
                </a:solidFill>
              </a:rPr>
              <a:t> forest, a </a:t>
            </a:r>
            <a:r>
              <a:rPr lang="en-US" sz="1800">
                <a:solidFill>
                  <a:srgbClr val="FFC000"/>
                </a:solidFill>
              </a:rPr>
              <a:t>machine learning model</a:t>
            </a:r>
            <a:r>
              <a:rPr lang="en-US" sz="1800"/>
              <a:t> trained to classify each pixel based on its pixel values that indicate the presence of a tumor. An algorithm making predictions based on a collection of decision tress.</a:t>
            </a:r>
          </a:p>
        </p:txBody>
      </p:sp>
    </p:spTree>
    <p:extLst>
      <p:ext uri="{BB962C8B-B14F-4D97-AF65-F5344CB8AC3E}">
        <p14:creationId xmlns:p14="http://schemas.microsoft.com/office/powerpoint/2010/main" val="11119653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BA761B-DE6B-4078-B4C9-0FFE37D238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938B7B-455E-047A-3E98-ABCC63DCDCF3}"/>
              </a:ext>
            </a:extLst>
          </p:cNvPr>
          <p:cNvSpPr>
            <a:spLocks noGrp="1"/>
          </p:cNvSpPr>
          <p:nvPr>
            <p:ph type="title"/>
          </p:nvPr>
        </p:nvSpPr>
        <p:spPr>
          <a:xfrm>
            <a:off x="849760" y="837032"/>
            <a:ext cx="10427840" cy="1108142"/>
          </a:xfrm>
        </p:spPr>
        <p:txBody>
          <a:bodyPr>
            <a:normAutofit/>
          </a:bodyPr>
          <a:lstStyle/>
          <a:p>
            <a:pPr>
              <a:lnSpc>
                <a:spcPct val="120000"/>
              </a:lnSpc>
              <a:spcBef>
                <a:spcPts val="1000"/>
              </a:spcBef>
            </a:pPr>
            <a:r>
              <a:rPr lang="en-US" sz="4000">
                <a:solidFill>
                  <a:srgbClr val="FFC000"/>
                </a:solidFill>
                <a:latin typeface="Georgia Pro Light"/>
                <a:cs typeface="Arial"/>
              </a:rPr>
              <a:t>Dataset – </a:t>
            </a:r>
            <a:r>
              <a:rPr lang="en-US" sz="4000" err="1">
                <a:solidFill>
                  <a:srgbClr val="FFC000"/>
                </a:solidFill>
                <a:latin typeface="Georgia Pro Light"/>
                <a:cs typeface="Arial"/>
              </a:rPr>
              <a:t>BraTS</a:t>
            </a:r>
            <a:r>
              <a:rPr lang="en-US" sz="4000">
                <a:solidFill>
                  <a:srgbClr val="FFC000"/>
                </a:solidFill>
                <a:latin typeface="Georgia Pro Light"/>
                <a:cs typeface="Arial"/>
              </a:rPr>
              <a:t> Dataset</a:t>
            </a:r>
          </a:p>
        </p:txBody>
      </p:sp>
      <p:cxnSp>
        <p:nvCxnSpPr>
          <p:cNvPr id="10" name="Straight Connector 9">
            <a:extLst>
              <a:ext uri="{FF2B5EF4-FFF2-40B4-BE49-F238E27FC236}">
                <a16:creationId xmlns:a16="http://schemas.microsoft.com/office/drawing/2014/main" id="{05C630D5-1ADF-4994-883A-6501F0DFCFA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952500" y="2053613"/>
            <a:ext cx="10325100" cy="0"/>
          </a:xfrm>
          <a:prstGeom prst="line">
            <a:avLst/>
          </a:prstGeom>
          <a:ln w="10795">
            <a:solidFill>
              <a:schemeClr val="tx2"/>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F88640E3-A4AC-65B8-B250-B4B9D1354972}"/>
              </a:ext>
            </a:extLst>
          </p:cNvPr>
          <p:cNvSpPr>
            <a:spLocks noGrp="1"/>
          </p:cNvSpPr>
          <p:nvPr>
            <p:ph idx="1"/>
          </p:nvPr>
        </p:nvSpPr>
        <p:spPr>
          <a:xfrm>
            <a:off x="954774" y="2258306"/>
            <a:ext cx="10322825" cy="3710976"/>
          </a:xfrm>
        </p:spPr>
        <p:txBody>
          <a:bodyPr vert="horz" lIns="91440" tIns="45720" rIns="91440" bIns="45720" rtlCol="0" anchor="t">
            <a:normAutofit fontScale="92500" lnSpcReduction="20000"/>
          </a:bodyPr>
          <a:lstStyle/>
          <a:p>
            <a:r>
              <a:rPr lang="en-US"/>
              <a:t>This project is builds upon a previous version titled "</a:t>
            </a:r>
            <a:r>
              <a:rPr lang="en-US">
                <a:ea typeface="+mn-lt"/>
                <a:cs typeface="+mn-lt"/>
              </a:rPr>
              <a:t> Pixel Level Feature Space Modeling and Brain Tumor Detection using Machine Learning</a:t>
            </a:r>
            <a:r>
              <a:rPr lang="en-US"/>
              <a:t>". Which used </a:t>
            </a:r>
            <a:r>
              <a:rPr lang="en-US" err="1">
                <a:solidFill>
                  <a:srgbClr val="FFC000"/>
                </a:solidFill>
              </a:rPr>
              <a:t>BraTS</a:t>
            </a:r>
            <a:r>
              <a:rPr lang="en-US">
                <a:solidFill>
                  <a:srgbClr val="FFC000"/>
                </a:solidFill>
              </a:rPr>
              <a:t> 2015 dataset</a:t>
            </a:r>
            <a:r>
              <a:rPr lang="en-US"/>
              <a:t> and focused on single volumetric data.</a:t>
            </a:r>
          </a:p>
          <a:p>
            <a:r>
              <a:rPr lang="en-US"/>
              <a:t>While my project utilizes </a:t>
            </a:r>
            <a:r>
              <a:rPr lang="en-US" err="1">
                <a:solidFill>
                  <a:srgbClr val="FFC000"/>
                </a:solidFill>
              </a:rPr>
              <a:t>BraTS</a:t>
            </a:r>
            <a:r>
              <a:rPr lang="en-US">
                <a:solidFill>
                  <a:srgbClr val="FFC000"/>
                </a:solidFill>
              </a:rPr>
              <a:t> 2020 dataset</a:t>
            </a:r>
            <a:r>
              <a:rPr lang="en-US"/>
              <a:t> from Kaggle, as it provides access to a more comprehensive, varied, and up-to-date dataset, which can lead to more robust and generalizable models for brain tumor detection and segmentation. The improved annotations, increased data quantity makes it a superior choice for contemporary research compared to </a:t>
            </a:r>
            <a:r>
              <a:rPr lang="en-US" err="1"/>
              <a:t>BraTS</a:t>
            </a:r>
            <a:r>
              <a:rPr lang="en-US"/>
              <a:t> 2015.</a:t>
            </a:r>
          </a:p>
          <a:p>
            <a:r>
              <a:rPr lang="en-IN" sz="2200">
                <a:ea typeface="+mn-lt"/>
                <a:cs typeface="+mn-lt"/>
              </a:rPr>
              <a:t>The data is extracted and is in </a:t>
            </a:r>
            <a:r>
              <a:rPr lang="en-IN" sz="2200" err="1">
                <a:solidFill>
                  <a:srgbClr val="FFC000"/>
                </a:solidFill>
                <a:ea typeface="+mn-lt"/>
                <a:cs typeface="+mn-lt"/>
              </a:rPr>
              <a:t>NIfTI</a:t>
            </a:r>
            <a:r>
              <a:rPr lang="en-IN" sz="2200">
                <a:ea typeface="+mn-lt"/>
                <a:cs typeface="+mn-lt"/>
              </a:rPr>
              <a:t> (N</a:t>
            </a:r>
            <a:r>
              <a:rPr lang="en-IN" sz="2200">
                <a:solidFill>
                  <a:schemeClr val="tx1"/>
                </a:solidFill>
                <a:ea typeface="+mn-lt"/>
                <a:cs typeface="+mn-lt"/>
              </a:rPr>
              <a:t>euroimaging Informatics Technology Initiative</a:t>
            </a:r>
            <a:r>
              <a:rPr lang="en-IN" sz="2200">
                <a:ea typeface="+mn-lt"/>
                <a:cs typeface="+mn-lt"/>
              </a:rPr>
              <a:t>) </a:t>
            </a:r>
            <a:r>
              <a:rPr lang="en-IN" sz="2200">
                <a:solidFill>
                  <a:srgbClr val="FFC000"/>
                </a:solidFill>
                <a:ea typeface="+mn-lt"/>
                <a:cs typeface="+mn-lt"/>
              </a:rPr>
              <a:t>format</a:t>
            </a:r>
            <a:r>
              <a:rPr lang="en-IN" sz="2200">
                <a:ea typeface="+mn-lt"/>
                <a:cs typeface="+mn-lt"/>
              </a:rPr>
              <a:t> </a:t>
            </a:r>
            <a:r>
              <a:rPr lang="en-IN" sz="1900">
                <a:solidFill>
                  <a:srgbClr val="FFFFFF"/>
                </a:solidFill>
                <a:ea typeface="+mn-lt"/>
                <a:cs typeface="+mn-lt"/>
              </a:rPr>
              <a:t>(.nii.gz)</a:t>
            </a:r>
            <a:r>
              <a:rPr lang="en-IN" sz="2200">
                <a:ea typeface="+mn-lt"/>
                <a:cs typeface="+mn-lt"/>
              </a:rPr>
              <a:t> as a volumetric data.</a:t>
            </a:r>
            <a:endParaRPr lang="en-US" sz="2200">
              <a:solidFill>
                <a:srgbClr val="FFFFFF"/>
              </a:solidFill>
              <a:ea typeface="+mn-lt"/>
              <a:cs typeface="+mn-lt"/>
            </a:endParaRPr>
          </a:p>
          <a:p>
            <a:r>
              <a:rPr lang="en-US">
                <a:ea typeface="+mn-lt"/>
                <a:cs typeface="+mn-lt"/>
              </a:rPr>
              <a:t>For this study, the first </a:t>
            </a:r>
            <a:r>
              <a:rPr lang="en-US">
                <a:solidFill>
                  <a:srgbClr val="FFC000"/>
                </a:solidFill>
                <a:ea typeface="+mn-lt"/>
                <a:cs typeface="+mn-lt"/>
              </a:rPr>
              <a:t>20 volumetric data</a:t>
            </a:r>
            <a:r>
              <a:rPr lang="en-US">
                <a:ea typeface="+mn-lt"/>
                <a:cs typeface="+mn-lt"/>
              </a:rPr>
              <a:t> of different patient cases has been considered, enabling a more comprehensive analysis and evaluation.</a:t>
            </a:r>
            <a:endParaRPr lang="en-US"/>
          </a:p>
          <a:p>
            <a:endParaRPr lang="en-US"/>
          </a:p>
        </p:txBody>
      </p:sp>
    </p:spTree>
    <p:extLst>
      <p:ext uri="{BB962C8B-B14F-4D97-AF65-F5344CB8AC3E}">
        <p14:creationId xmlns:p14="http://schemas.microsoft.com/office/powerpoint/2010/main" val="4240373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BA761B-DE6B-4078-B4C9-0FFE37D238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938B7B-455E-047A-3E98-ABCC63DCDCF3}"/>
              </a:ext>
            </a:extLst>
          </p:cNvPr>
          <p:cNvSpPr>
            <a:spLocks noGrp="1"/>
          </p:cNvSpPr>
          <p:nvPr>
            <p:ph type="title"/>
          </p:nvPr>
        </p:nvSpPr>
        <p:spPr>
          <a:xfrm>
            <a:off x="849760" y="837032"/>
            <a:ext cx="10427840" cy="1108142"/>
          </a:xfrm>
        </p:spPr>
        <p:txBody>
          <a:bodyPr>
            <a:normAutofit/>
          </a:bodyPr>
          <a:lstStyle/>
          <a:p>
            <a:pPr>
              <a:lnSpc>
                <a:spcPct val="120000"/>
              </a:lnSpc>
              <a:spcBef>
                <a:spcPts val="1000"/>
              </a:spcBef>
            </a:pPr>
            <a:r>
              <a:rPr lang="en-US" sz="4000">
                <a:solidFill>
                  <a:srgbClr val="FFC000"/>
                </a:solidFill>
                <a:latin typeface="Georgia Pro Light"/>
                <a:cs typeface="Arial"/>
              </a:rPr>
              <a:t>Dataset – MRI Modalities</a:t>
            </a:r>
          </a:p>
        </p:txBody>
      </p:sp>
      <p:cxnSp>
        <p:nvCxnSpPr>
          <p:cNvPr id="10" name="Straight Connector 9">
            <a:extLst>
              <a:ext uri="{FF2B5EF4-FFF2-40B4-BE49-F238E27FC236}">
                <a16:creationId xmlns:a16="http://schemas.microsoft.com/office/drawing/2014/main" id="{05C630D5-1ADF-4994-883A-6501F0DFCFA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952500" y="2053613"/>
            <a:ext cx="10325100" cy="0"/>
          </a:xfrm>
          <a:prstGeom prst="line">
            <a:avLst/>
          </a:prstGeom>
          <a:ln w="10795">
            <a:solidFill>
              <a:schemeClr val="tx2"/>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F88640E3-A4AC-65B8-B250-B4B9D1354972}"/>
              </a:ext>
            </a:extLst>
          </p:cNvPr>
          <p:cNvSpPr>
            <a:spLocks noGrp="1"/>
          </p:cNvSpPr>
          <p:nvPr>
            <p:ph idx="1"/>
          </p:nvPr>
        </p:nvSpPr>
        <p:spPr>
          <a:xfrm>
            <a:off x="854133" y="2199513"/>
            <a:ext cx="5693315" cy="4156673"/>
          </a:xfrm>
        </p:spPr>
        <p:txBody>
          <a:bodyPr vert="horz" lIns="91440" tIns="45720" rIns="91440" bIns="45720" rtlCol="0" anchor="t">
            <a:noAutofit/>
          </a:bodyPr>
          <a:lstStyle/>
          <a:p>
            <a:pPr marL="0" indent="0">
              <a:buNone/>
            </a:pPr>
            <a:r>
              <a:rPr lang="en-IN" sz="1800">
                <a:solidFill>
                  <a:srgbClr val="FFFFFF"/>
                </a:solidFill>
                <a:latin typeface="Georgia Pro Light"/>
              </a:rPr>
              <a:t>The dataset contains </a:t>
            </a:r>
            <a:r>
              <a:rPr lang="en-IN" sz="1800">
                <a:solidFill>
                  <a:srgbClr val="FFC000"/>
                </a:solidFill>
                <a:latin typeface="Georgia Pro Light"/>
              </a:rPr>
              <a:t>4 MRI modalities</a:t>
            </a:r>
          </a:p>
          <a:p>
            <a:r>
              <a:rPr lang="en-IN" sz="1800">
                <a:solidFill>
                  <a:srgbClr val="FFFFFF"/>
                </a:solidFill>
                <a:latin typeface="Georgia Pro Light"/>
              </a:rPr>
              <a:t>T1-weighted (T1),</a:t>
            </a:r>
            <a:endParaRPr lang="en-IN" sz="1800">
              <a:latin typeface="Georgia Pro Light"/>
            </a:endParaRPr>
          </a:p>
          <a:p>
            <a:r>
              <a:rPr lang="en-IN" sz="1800">
                <a:solidFill>
                  <a:srgbClr val="FFFFFF"/>
                </a:solidFill>
                <a:latin typeface="Georgia Pro Light"/>
              </a:rPr>
              <a:t>T1-weighted Contrast Enhanced (T1wCE)</a:t>
            </a:r>
            <a:endParaRPr lang="en-IN" sz="1800">
              <a:latin typeface="Georgia Pro Light"/>
            </a:endParaRPr>
          </a:p>
          <a:p>
            <a:r>
              <a:rPr lang="en-IN" sz="1800">
                <a:solidFill>
                  <a:srgbClr val="FFFFFF"/>
                </a:solidFill>
                <a:latin typeface="Georgia Pro Light"/>
              </a:rPr>
              <a:t>T2-weighted (T2w)</a:t>
            </a:r>
            <a:endParaRPr lang="en-IN" sz="1800">
              <a:latin typeface="Georgia Pro Light"/>
            </a:endParaRPr>
          </a:p>
          <a:p>
            <a:r>
              <a:rPr lang="en-IN" sz="1800">
                <a:solidFill>
                  <a:srgbClr val="FFFFFF"/>
                </a:solidFill>
                <a:latin typeface="Georgia Pro Light"/>
              </a:rPr>
              <a:t>T2-Fluid Attention Recovery (FLAIR).</a:t>
            </a:r>
            <a:endParaRPr lang="en-IN" sz="1800">
              <a:latin typeface="Georgia Pro Light"/>
            </a:endParaRPr>
          </a:p>
          <a:p>
            <a:r>
              <a:rPr lang="en-IN"/>
              <a:t> We leverage the </a:t>
            </a:r>
            <a:r>
              <a:rPr lang="en-IN">
                <a:solidFill>
                  <a:srgbClr val="FFC000"/>
                </a:solidFill>
              </a:rPr>
              <a:t>T2-Fluid Attention Recovery (FLAIR) </a:t>
            </a:r>
            <a:r>
              <a:rPr lang="en-IN">
                <a:solidFill>
                  <a:schemeClr val="tx1"/>
                </a:solidFill>
              </a:rPr>
              <a:t>and</a:t>
            </a:r>
            <a:r>
              <a:rPr lang="en-IN">
                <a:solidFill>
                  <a:srgbClr val="FFC000"/>
                </a:solidFill>
              </a:rPr>
              <a:t> segmentation images</a:t>
            </a:r>
            <a:r>
              <a:rPr lang="en-IN"/>
              <a:t> containing the ground truth for the study. </a:t>
            </a:r>
          </a:p>
        </p:txBody>
      </p:sp>
      <p:pic>
        <p:nvPicPr>
          <p:cNvPr id="5" name="Picture 4" descr="A close-up of a brain&#10;&#10;Description automatically generated">
            <a:extLst>
              <a:ext uri="{FF2B5EF4-FFF2-40B4-BE49-F238E27FC236}">
                <a16:creationId xmlns:a16="http://schemas.microsoft.com/office/drawing/2014/main" id="{92F2CCAF-3437-D877-CC60-DE6584EF52B7}"/>
              </a:ext>
            </a:extLst>
          </p:cNvPr>
          <p:cNvPicPr>
            <a:picLocks noChangeAspect="1"/>
          </p:cNvPicPr>
          <p:nvPr/>
        </p:nvPicPr>
        <p:blipFill>
          <a:blip r:embed="rId3"/>
          <a:stretch>
            <a:fillRect/>
          </a:stretch>
        </p:blipFill>
        <p:spPr>
          <a:xfrm>
            <a:off x="6685399" y="2298508"/>
            <a:ext cx="2457450" cy="2771775"/>
          </a:xfrm>
          <a:prstGeom prst="rect">
            <a:avLst/>
          </a:prstGeom>
        </p:spPr>
      </p:pic>
      <p:pic>
        <p:nvPicPr>
          <p:cNvPr id="7" name="Picture 6" descr="A black and white image of a planet&#10;&#10;Description automatically generated">
            <a:extLst>
              <a:ext uri="{FF2B5EF4-FFF2-40B4-BE49-F238E27FC236}">
                <a16:creationId xmlns:a16="http://schemas.microsoft.com/office/drawing/2014/main" id="{4B6E3212-67C8-810E-E883-A74A9C17684D}"/>
              </a:ext>
            </a:extLst>
          </p:cNvPr>
          <p:cNvPicPr>
            <a:picLocks noChangeAspect="1"/>
          </p:cNvPicPr>
          <p:nvPr/>
        </p:nvPicPr>
        <p:blipFill>
          <a:blip r:embed="rId4"/>
          <a:stretch>
            <a:fillRect/>
          </a:stretch>
        </p:blipFill>
        <p:spPr>
          <a:xfrm>
            <a:off x="9325446" y="3689699"/>
            <a:ext cx="2505075" cy="2781300"/>
          </a:xfrm>
          <a:prstGeom prst="rect">
            <a:avLst/>
          </a:prstGeom>
        </p:spPr>
      </p:pic>
    </p:spTree>
    <p:extLst>
      <p:ext uri="{BB962C8B-B14F-4D97-AF65-F5344CB8AC3E}">
        <p14:creationId xmlns:p14="http://schemas.microsoft.com/office/powerpoint/2010/main" val="26400712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BA761B-DE6B-4078-B4C9-0FFE37D238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938B7B-455E-047A-3E98-ABCC63DCDCF3}"/>
              </a:ext>
            </a:extLst>
          </p:cNvPr>
          <p:cNvSpPr>
            <a:spLocks noGrp="1"/>
          </p:cNvSpPr>
          <p:nvPr>
            <p:ph type="title"/>
          </p:nvPr>
        </p:nvSpPr>
        <p:spPr>
          <a:xfrm>
            <a:off x="849760" y="837032"/>
            <a:ext cx="10427840" cy="1108142"/>
          </a:xfrm>
        </p:spPr>
        <p:txBody>
          <a:bodyPr>
            <a:normAutofit/>
          </a:bodyPr>
          <a:lstStyle/>
          <a:p>
            <a:pPr>
              <a:lnSpc>
                <a:spcPct val="120000"/>
              </a:lnSpc>
              <a:spcBef>
                <a:spcPts val="1000"/>
              </a:spcBef>
            </a:pPr>
            <a:r>
              <a:rPr lang="en-US" sz="4000">
                <a:solidFill>
                  <a:srgbClr val="FFC000"/>
                </a:solidFill>
                <a:latin typeface="Georgia Pro Light"/>
                <a:cs typeface="Arial"/>
              </a:rPr>
              <a:t>Dataset – Ground Truth</a:t>
            </a:r>
          </a:p>
        </p:txBody>
      </p:sp>
      <p:cxnSp>
        <p:nvCxnSpPr>
          <p:cNvPr id="10" name="Straight Connector 9">
            <a:extLst>
              <a:ext uri="{FF2B5EF4-FFF2-40B4-BE49-F238E27FC236}">
                <a16:creationId xmlns:a16="http://schemas.microsoft.com/office/drawing/2014/main" id="{05C630D5-1ADF-4994-883A-6501F0DFCFA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952500" y="2053613"/>
            <a:ext cx="10325100" cy="0"/>
          </a:xfrm>
          <a:prstGeom prst="line">
            <a:avLst/>
          </a:prstGeom>
          <a:ln w="10795">
            <a:solidFill>
              <a:schemeClr val="tx2"/>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F88640E3-A4AC-65B8-B250-B4B9D1354972}"/>
              </a:ext>
            </a:extLst>
          </p:cNvPr>
          <p:cNvSpPr>
            <a:spLocks noGrp="1"/>
          </p:cNvSpPr>
          <p:nvPr>
            <p:ph idx="1"/>
          </p:nvPr>
        </p:nvSpPr>
        <p:spPr>
          <a:xfrm>
            <a:off x="825175" y="2156599"/>
            <a:ext cx="6088619" cy="4434049"/>
          </a:xfrm>
        </p:spPr>
        <p:txBody>
          <a:bodyPr vert="horz" lIns="91440" tIns="45720" rIns="91440" bIns="45720" rtlCol="0" anchor="t">
            <a:noAutofit/>
          </a:bodyPr>
          <a:lstStyle/>
          <a:p>
            <a:r>
              <a:rPr lang="en-IN" sz="1800">
                <a:solidFill>
                  <a:srgbClr val="FFFFFF"/>
                </a:solidFill>
                <a:ea typeface="+mn-lt"/>
                <a:cs typeface="+mn-lt"/>
              </a:rPr>
              <a:t>The segmentation files contain Ground truth which is meticulously annotated and verified information about the structures or features within an image.</a:t>
            </a:r>
          </a:p>
          <a:p>
            <a:pPr marL="0" indent="0">
              <a:buNone/>
            </a:pPr>
            <a:r>
              <a:rPr lang="en-IN" sz="1800">
                <a:solidFill>
                  <a:srgbClr val="FFFFFF"/>
                </a:solidFill>
                <a:ea typeface="+mn-lt"/>
                <a:cs typeface="+mn-lt"/>
              </a:rPr>
              <a:t>The </a:t>
            </a:r>
            <a:r>
              <a:rPr lang="en-IN" sz="1800">
                <a:solidFill>
                  <a:srgbClr val="FFC000"/>
                </a:solidFill>
                <a:ea typeface="+mn-lt"/>
                <a:cs typeface="+mn-lt"/>
              </a:rPr>
              <a:t>Ground truth</a:t>
            </a:r>
            <a:r>
              <a:rPr lang="en-IN" sz="1800">
                <a:solidFill>
                  <a:srgbClr val="FFFFFF"/>
                </a:solidFill>
                <a:ea typeface="+mn-lt"/>
                <a:cs typeface="+mn-lt"/>
              </a:rPr>
              <a:t> (GT) provided in the </a:t>
            </a:r>
            <a:r>
              <a:rPr lang="en-IN" sz="1800" err="1">
                <a:solidFill>
                  <a:srgbClr val="FFFFFF"/>
                </a:solidFill>
                <a:ea typeface="+mn-lt"/>
                <a:cs typeface="+mn-lt"/>
              </a:rPr>
              <a:t>BraTS</a:t>
            </a:r>
            <a:r>
              <a:rPr lang="en-IN" sz="1800">
                <a:solidFill>
                  <a:srgbClr val="FFFFFF"/>
                </a:solidFill>
                <a:ea typeface="+mn-lt"/>
                <a:cs typeface="+mn-lt"/>
              </a:rPr>
              <a:t> dataset has </a:t>
            </a:r>
            <a:r>
              <a:rPr lang="en-IN" sz="1800">
                <a:solidFill>
                  <a:srgbClr val="FFC000"/>
                </a:solidFill>
                <a:ea typeface="+mn-lt"/>
                <a:cs typeface="+mn-lt"/>
              </a:rPr>
              <a:t>5 label</a:t>
            </a:r>
            <a:r>
              <a:rPr lang="en-IN" sz="1800">
                <a:solidFill>
                  <a:srgbClr val="FFFFFF"/>
                </a:solidFill>
                <a:ea typeface="+mn-lt"/>
                <a:cs typeface="+mn-lt"/>
              </a:rPr>
              <a:t> :</a:t>
            </a:r>
            <a:endParaRPr lang="en-IN"/>
          </a:p>
          <a:p>
            <a:r>
              <a:rPr lang="en-IN" sz="1800">
                <a:solidFill>
                  <a:srgbClr val="FFFFFF"/>
                </a:solidFill>
                <a:ea typeface="+mn-lt"/>
                <a:cs typeface="+mn-lt"/>
              </a:rPr>
              <a:t>Label 0 :- Unlabelled volume</a:t>
            </a:r>
            <a:endParaRPr lang="en-IN"/>
          </a:p>
          <a:p>
            <a:r>
              <a:rPr lang="en-IN" sz="1800">
                <a:solidFill>
                  <a:srgbClr val="FFFFFF"/>
                </a:solidFill>
                <a:ea typeface="+mn-lt"/>
                <a:cs typeface="+mn-lt"/>
              </a:rPr>
              <a:t>Label 1 :- Necrotic and non-enhancing </a:t>
            </a:r>
            <a:r>
              <a:rPr lang="en-IN" sz="1800" err="1">
                <a:solidFill>
                  <a:srgbClr val="FFFFFF"/>
                </a:solidFill>
                <a:ea typeface="+mn-lt"/>
                <a:cs typeface="+mn-lt"/>
              </a:rPr>
              <a:t>tumor</a:t>
            </a:r>
            <a:r>
              <a:rPr lang="en-IN" sz="1800">
                <a:solidFill>
                  <a:srgbClr val="FFFFFF"/>
                </a:solidFill>
                <a:ea typeface="+mn-lt"/>
                <a:cs typeface="+mn-lt"/>
              </a:rPr>
              <a:t> core (NCR/NET)</a:t>
            </a:r>
            <a:endParaRPr lang="en-IN"/>
          </a:p>
          <a:p>
            <a:r>
              <a:rPr lang="en-IN" sz="1800">
                <a:solidFill>
                  <a:srgbClr val="FFFFFF"/>
                </a:solidFill>
                <a:ea typeface="+mn-lt"/>
                <a:cs typeface="+mn-lt"/>
              </a:rPr>
              <a:t>Label 2 :- Peritumoral </a:t>
            </a:r>
            <a:r>
              <a:rPr lang="en-IN" sz="1800" err="1">
                <a:solidFill>
                  <a:srgbClr val="FFFFFF"/>
                </a:solidFill>
                <a:ea typeface="+mn-lt"/>
                <a:cs typeface="+mn-lt"/>
              </a:rPr>
              <a:t>edema</a:t>
            </a:r>
            <a:r>
              <a:rPr lang="en-IN" sz="1800">
                <a:solidFill>
                  <a:srgbClr val="FFFFFF"/>
                </a:solidFill>
                <a:ea typeface="+mn-lt"/>
                <a:cs typeface="+mn-lt"/>
              </a:rPr>
              <a:t> (ED)</a:t>
            </a:r>
            <a:endParaRPr lang="en-IN">
              <a:solidFill>
                <a:srgbClr val="E2E3E8"/>
              </a:solidFill>
              <a:ea typeface="+mn-lt"/>
              <a:cs typeface="+mn-lt"/>
            </a:endParaRPr>
          </a:p>
          <a:p>
            <a:r>
              <a:rPr lang="en-IN" sz="1800">
                <a:solidFill>
                  <a:srgbClr val="FFFFFF"/>
                </a:solidFill>
                <a:ea typeface="+mn-lt"/>
                <a:cs typeface="+mn-lt"/>
              </a:rPr>
              <a:t>Label 3 :- Missing</a:t>
            </a:r>
            <a:endParaRPr lang="en-IN"/>
          </a:p>
          <a:p>
            <a:r>
              <a:rPr lang="en-IN" sz="1800">
                <a:solidFill>
                  <a:srgbClr val="FFFFFF"/>
                </a:solidFill>
                <a:ea typeface="+mn-lt"/>
                <a:cs typeface="+mn-lt"/>
              </a:rPr>
              <a:t>Label 4 :- Enhancing </a:t>
            </a:r>
            <a:r>
              <a:rPr lang="en-IN" sz="1800" err="1">
                <a:solidFill>
                  <a:srgbClr val="FFFFFF"/>
                </a:solidFill>
                <a:ea typeface="+mn-lt"/>
                <a:cs typeface="+mn-lt"/>
              </a:rPr>
              <a:t>tumor</a:t>
            </a:r>
            <a:r>
              <a:rPr lang="en-IN" sz="1800">
                <a:solidFill>
                  <a:srgbClr val="FFFFFF"/>
                </a:solidFill>
                <a:ea typeface="+mn-lt"/>
                <a:cs typeface="+mn-lt"/>
              </a:rPr>
              <a:t> (ET)</a:t>
            </a:r>
          </a:p>
          <a:p>
            <a:endParaRPr lang="en-IN" sz="1800">
              <a:solidFill>
                <a:srgbClr val="FFFFFF"/>
              </a:solidFill>
            </a:endParaRPr>
          </a:p>
          <a:p>
            <a:endParaRPr lang="en-IN" sz="1800">
              <a:solidFill>
                <a:srgbClr val="FFFFFF"/>
              </a:solidFill>
            </a:endParaRPr>
          </a:p>
        </p:txBody>
      </p:sp>
      <p:pic>
        <p:nvPicPr>
          <p:cNvPr id="3" name="Picture 2" descr="A black and white image with white text&#10;&#10;Description automatically generated">
            <a:extLst>
              <a:ext uri="{FF2B5EF4-FFF2-40B4-BE49-F238E27FC236}">
                <a16:creationId xmlns:a16="http://schemas.microsoft.com/office/drawing/2014/main" id="{3F0E9FEE-1E6B-1B73-74A2-04A27B04C81A}"/>
              </a:ext>
            </a:extLst>
          </p:cNvPr>
          <p:cNvPicPr>
            <a:picLocks noChangeAspect="1"/>
          </p:cNvPicPr>
          <p:nvPr/>
        </p:nvPicPr>
        <p:blipFill>
          <a:blip r:embed="rId3"/>
          <a:srcRect l="4623" r="1703" b="-505"/>
          <a:stretch/>
        </p:blipFill>
        <p:spPr>
          <a:xfrm>
            <a:off x="7087577" y="3247123"/>
            <a:ext cx="4844152" cy="2514786"/>
          </a:xfrm>
          <a:prstGeom prst="rect">
            <a:avLst/>
          </a:prstGeom>
        </p:spPr>
      </p:pic>
    </p:spTree>
    <p:extLst>
      <p:ext uri="{BB962C8B-B14F-4D97-AF65-F5344CB8AC3E}">
        <p14:creationId xmlns:p14="http://schemas.microsoft.com/office/powerpoint/2010/main" val="40020183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BA761B-DE6B-4078-B4C9-0FFE37D238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938B7B-455E-047A-3E98-ABCC63DCDCF3}"/>
              </a:ext>
            </a:extLst>
          </p:cNvPr>
          <p:cNvSpPr>
            <a:spLocks noGrp="1"/>
          </p:cNvSpPr>
          <p:nvPr>
            <p:ph type="title"/>
          </p:nvPr>
        </p:nvSpPr>
        <p:spPr>
          <a:xfrm>
            <a:off x="849760" y="837032"/>
            <a:ext cx="10427840" cy="1108142"/>
          </a:xfrm>
        </p:spPr>
        <p:txBody>
          <a:bodyPr>
            <a:normAutofit/>
          </a:bodyPr>
          <a:lstStyle/>
          <a:p>
            <a:pPr>
              <a:lnSpc>
                <a:spcPct val="120000"/>
              </a:lnSpc>
              <a:spcBef>
                <a:spcPts val="1000"/>
              </a:spcBef>
            </a:pPr>
            <a:r>
              <a:rPr lang="en-US" sz="4000">
                <a:solidFill>
                  <a:srgbClr val="FFC000"/>
                </a:solidFill>
                <a:latin typeface="Georgia Pro Light"/>
                <a:cs typeface="Arial"/>
              </a:rPr>
              <a:t>Dataset – Fourth Label</a:t>
            </a:r>
          </a:p>
        </p:txBody>
      </p:sp>
      <p:cxnSp>
        <p:nvCxnSpPr>
          <p:cNvPr id="10" name="Straight Connector 9">
            <a:extLst>
              <a:ext uri="{FF2B5EF4-FFF2-40B4-BE49-F238E27FC236}">
                <a16:creationId xmlns:a16="http://schemas.microsoft.com/office/drawing/2014/main" id="{05C630D5-1ADF-4994-883A-6501F0DFCFA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952500" y="2053613"/>
            <a:ext cx="10325100" cy="0"/>
          </a:xfrm>
          <a:prstGeom prst="line">
            <a:avLst/>
          </a:prstGeom>
          <a:ln w="10795">
            <a:solidFill>
              <a:schemeClr val="tx2"/>
            </a:solidFill>
          </a:ln>
        </p:spPr>
        <p:style>
          <a:lnRef idx="1">
            <a:schemeClr val="accent1"/>
          </a:lnRef>
          <a:fillRef idx="0">
            <a:schemeClr val="accent1"/>
          </a:fillRef>
          <a:effectRef idx="0">
            <a:schemeClr val="accent1"/>
          </a:effectRef>
          <a:fontRef idx="minor">
            <a:schemeClr val="tx1"/>
          </a:fontRef>
        </p:style>
      </p:cxnSp>
      <p:pic>
        <p:nvPicPr>
          <p:cNvPr id="3" name="Picture 2" descr="A black square with white text&#10;&#10;Description automatically generated">
            <a:extLst>
              <a:ext uri="{FF2B5EF4-FFF2-40B4-BE49-F238E27FC236}">
                <a16:creationId xmlns:a16="http://schemas.microsoft.com/office/drawing/2014/main" id="{8CF12364-BEA6-C39A-7783-A99F0E2EBC41}"/>
              </a:ext>
            </a:extLst>
          </p:cNvPr>
          <p:cNvPicPr>
            <a:picLocks noChangeAspect="1"/>
          </p:cNvPicPr>
          <p:nvPr/>
        </p:nvPicPr>
        <p:blipFill>
          <a:blip r:embed="rId3"/>
          <a:stretch>
            <a:fillRect/>
          </a:stretch>
        </p:blipFill>
        <p:spPr>
          <a:xfrm>
            <a:off x="721179" y="3740940"/>
            <a:ext cx="8436428" cy="1907047"/>
          </a:xfrm>
          <a:prstGeom prst="rect">
            <a:avLst/>
          </a:prstGeom>
        </p:spPr>
      </p:pic>
      <p:pic>
        <p:nvPicPr>
          <p:cNvPr id="5" name="Picture 4" descr="A black background with white text&#10;&#10;Description automatically generated">
            <a:extLst>
              <a:ext uri="{FF2B5EF4-FFF2-40B4-BE49-F238E27FC236}">
                <a16:creationId xmlns:a16="http://schemas.microsoft.com/office/drawing/2014/main" id="{B92DA68C-1629-189E-46AC-FD9DE792B709}"/>
              </a:ext>
            </a:extLst>
          </p:cNvPr>
          <p:cNvPicPr>
            <a:picLocks noChangeAspect="1"/>
          </p:cNvPicPr>
          <p:nvPr/>
        </p:nvPicPr>
        <p:blipFill>
          <a:blip r:embed="rId4"/>
          <a:stretch>
            <a:fillRect/>
          </a:stretch>
        </p:blipFill>
        <p:spPr>
          <a:xfrm>
            <a:off x="9437914" y="3318102"/>
            <a:ext cx="2514600" cy="2752725"/>
          </a:xfrm>
          <a:prstGeom prst="rect">
            <a:avLst/>
          </a:prstGeom>
        </p:spPr>
      </p:pic>
      <p:sp>
        <p:nvSpPr>
          <p:cNvPr id="7" name="Content Placeholder 6">
            <a:extLst>
              <a:ext uri="{FF2B5EF4-FFF2-40B4-BE49-F238E27FC236}">
                <a16:creationId xmlns:a16="http://schemas.microsoft.com/office/drawing/2014/main" id="{0B7A04FF-9C59-0143-7E64-A153C131E1DC}"/>
              </a:ext>
            </a:extLst>
          </p:cNvPr>
          <p:cNvSpPr>
            <a:spLocks noGrp="1"/>
          </p:cNvSpPr>
          <p:nvPr>
            <p:ph idx="1"/>
          </p:nvPr>
        </p:nvSpPr>
        <p:spPr>
          <a:xfrm>
            <a:off x="849758" y="2188448"/>
            <a:ext cx="10427841" cy="3780834"/>
          </a:xfrm>
        </p:spPr>
        <p:txBody>
          <a:bodyPr vert="horz" lIns="91440" tIns="45720" rIns="91440" bIns="45720" rtlCol="0" anchor="t">
            <a:normAutofit/>
          </a:bodyPr>
          <a:lstStyle/>
          <a:p>
            <a:r>
              <a:rPr lang="en-US">
                <a:ea typeface="+mn-lt"/>
                <a:cs typeface="+mn-lt"/>
              </a:rPr>
              <a:t>The fourth label, </a:t>
            </a:r>
            <a:r>
              <a:rPr lang="en-US">
                <a:solidFill>
                  <a:srgbClr val="FFC000"/>
                </a:solidFill>
                <a:ea typeface="+mn-lt"/>
                <a:cs typeface="+mn-lt"/>
              </a:rPr>
              <a:t>enhancing tumor</a:t>
            </a:r>
            <a:r>
              <a:rPr lang="en-US">
                <a:ea typeface="+mn-lt"/>
                <a:cs typeface="+mn-lt"/>
              </a:rPr>
              <a:t> (ET) representing tumor regions is extracted through </a:t>
            </a:r>
            <a:r>
              <a:rPr lang="en-US">
                <a:solidFill>
                  <a:srgbClr val="FFC000"/>
                </a:solidFill>
                <a:ea typeface="+mn-lt"/>
                <a:cs typeface="+mn-lt"/>
              </a:rPr>
              <a:t>binary masking</a:t>
            </a:r>
            <a:r>
              <a:rPr lang="en-US">
                <a:ea typeface="+mn-lt"/>
                <a:cs typeface="+mn-lt"/>
              </a:rPr>
              <a:t> approach which provides a clear delineation of tumor boundaries.</a:t>
            </a:r>
            <a:endParaRPr lang="en-US"/>
          </a:p>
        </p:txBody>
      </p:sp>
    </p:spTree>
    <p:extLst>
      <p:ext uri="{BB962C8B-B14F-4D97-AF65-F5344CB8AC3E}">
        <p14:creationId xmlns:p14="http://schemas.microsoft.com/office/powerpoint/2010/main" val="37733121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BA761B-DE6B-4078-B4C9-0FFE37D238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938B7B-455E-047A-3E98-ABCC63DCDCF3}"/>
              </a:ext>
            </a:extLst>
          </p:cNvPr>
          <p:cNvSpPr>
            <a:spLocks noGrp="1"/>
          </p:cNvSpPr>
          <p:nvPr>
            <p:ph type="title"/>
          </p:nvPr>
        </p:nvSpPr>
        <p:spPr>
          <a:xfrm>
            <a:off x="849760" y="837032"/>
            <a:ext cx="10427840" cy="1108142"/>
          </a:xfrm>
        </p:spPr>
        <p:txBody>
          <a:bodyPr>
            <a:normAutofit/>
          </a:bodyPr>
          <a:lstStyle/>
          <a:p>
            <a:pPr>
              <a:lnSpc>
                <a:spcPct val="120000"/>
              </a:lnSpc>
              <a:spcBef>
                <a:spcPts val="1000"/>
              </a:spcBef>
            </a:pPr>
            <a:r>
              <a:rPr lang="en-US" sz="4000">
                <a:solidFill>
                  <a:srgbClr val="FFC000"/>
                </a:solidFill>
                <a:latin typeface="Georgia Pro Light"/>
                <a:cs typeface="Arial"/>
              </a:rPr>
              <a:t>Methodology</a:t>
            </a:r>
          </a:p>
        </p:txBody>
      </p:sp>
      <p:cxnSp>
        <p:nvCxnSpPr>
          <p:cNvPr id="10" name="Straight Connector 9">
            <a:extLst>
              <a:ext uri="{FF2B5EF4-FFF2-40B4-BE49-F238E27FC236}">
                <a16:creationId xmlns:a16="http://schemas.microsoft.com/office/drawing/2014/main" id="{05C630D5-1ADF-4994-883A-6501F0DFCFA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952500" y="2053613"/>
            <a:ext cx="10325100" cy="0"/>
          </a:xfrm>
          <a:prstGeom prst="line">
            <a:avLst/>
          </a:prstGeom>
          <a:ln w="10795">
            <a:solidFill>
              <a:schemeClr val="tx2"/>
            </a:solidFill>
          </a:ln>
        </p:spPr>
        <p:style>
          <a:lnRef idx="1">
            <a:schemeClr val="accent1"/>
          </a:lnRef>
          <a:fillRef idx="0">
            <a:schemeClr val="accent1"/>
          </a:fillRef>
          <a:effectRef idx="0">
            <a:schemeClr val="accent1"/>
          </a:effectRef>
          <a:fontRef idx="minor">
            <a:schemeClr val="tx1"/>
          </a:fontRef>
        </p:style>
      </p:cxnSp>
      <p:pic>
        <p:nvPicPr>
          <p:cNvPr id="3" name="Content Placeholder 2" descr="A diagram of a procedure&#10;&#10;Description automatically generated">
            <a:extLst>
              <a:ext uri="{FF2B5EF4-FFF2-40B4-BE49-F238E27FC236}">
                <a16:creationId xmlns:a16="http://schemas.microsoft.com/office/drawing/2014/main" id="{1F011FEE-9C5B-16B8-7E4F-6A2B7DD7D491}"/>
              </a:ext>
            </a:extLst>
          </p:cNvPr>
          <p:cNvPicPr>
            <a:picLocks noGrp="1" noChangeAspect="1"/>
          </p:cNvPicPr>
          <p:nvPr>
            <p:ph idx="1"/>
          </p:nvPr>
        </p:nvPicPr>
        <p:blipFill>
          <a:blip r:embed="rId3"/>
          <a:stretch>
            <a:fillRect/>
          </a:stretch>
        </p:blipFill>
        <p:spPr>
          <a:xfrm>
            <a:off x="5644245" y="2226618"/>
            <a:ext cx="5625792" cy="4446954"/>
          </a:xfrm>
        </p:spPr>
      </p:pic>
      <p:sp>
        <p:nvSpPr>
          <p:cNvPr id="4" name="TextBox 3">
            <a:extLst>
              <a:ext uri="{FF2B5EF4-FFF2-40B4-BE49-F238E27FC236}">
                <a16:creationId xmlns:a16="http://schemas.microsoft.com/office/drawing/2014/main" id="{F334CE80-E0C5-73D6-3245-39E916E27C90}"/>
              </a:ext>
            </a:extLst>
          </p:cNvPr>
          <p:cNvSpPr txBox="1"/>
          <p:nvPr/>
        </p:nvSpPr>
        <p:spPr>
          <a:xfrm>
            <a:off x="948313" y="2412302"/>
            <a:ext cx="466725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Methodology section explains the outline of the key steps of our project, form data acquisition, preprocessing, Image processing techniques, Balancing dataset, evaluation, model development and extension to volumetric data. </a:t>
            </a:r>
          </a:p>
          <a:p>
            <a:pPr algn="l"/>
            <a:r>
              <a:rPr lang="en-US"/>
              <a:t>We have illustrated our approach in figure.</a:t>
            </a:r>
          </a:p>
        </p:txBody>
      </p:sp>
    </p:spTree>
    <p:extLst>
      <p:ext uri="{BB962C8B-B14F-4D97-AF65-F5344CB8AC3E}">
        <p14:creationId xmlns:p14="http://schemas.microsoft.com/office/powerpoint/2010/main" val="27359486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BA761B-DE6B-4078-B4C9-0FFE37D238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938B7B-455E-047A-3E98-ABCC63DCDCF3}"/>
              </a:ext>
            </a:extLst>
          </p:cNvPr>
          <p:cNvSpPr>
            <a:spLocks noGrp="1"/>
          </p:cNvSpPr>
          <p:nvPr>
            <p:ph type="title"/>
          </p:nvPr>
        </p:nvSpPr>
        <p:spPr>
          <a:xfrm>
            <a:off x="849760" y="837032"/>
            <a:ext cx="10427840" cy="1108142"/>
          </a:xfrm>
        </p:spPr>
        <p:txBody>
          <a:bodyPr>
            <a:normAutofit/>
          </a:bodyPr>
          <a:lstStyle/>
          <a:p>
            <a:pPr>
              <a:lnSpc>
                <a:spcPct val="120000"/>
              </a:lnSpc>
              <a:spcBef>
                <a:spcPts val="1000"/>
              </a:spcBef>
            </a:pPr>
            <a:r>
              <a:rPr lang="en-US" sz="4000">
                <a:solidFill>
                  <a:srgbClr val="FFC000"/>
                </a:solidFill>
                <a:latin typeface="Georgia Pro Light"/>
                <a:cs typeface="Arial"/>
              </a:rPr>
              <a:t>Methodology - Image Processing Filters </a:t>
            </a:r>
          </a:p>
        </p:txBody>
      </p:sp>
      <p:cxnSp>
        <p:nvCxnSpPr>
          <p:cNvPr id="10" name="Straight Connector 9">
            <a:extLst>
              <a:ext uri="{FF2B5EF4-FFF2-40B4-BE49-F238E27FC236}">
                <a16:creationId xmlns:a16="http://schemas.microsoft.com/office/drawing/2014/main" id="{05C630D5-1ADF-4994-883A-6501F0DFCFA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952500" y="2053613"/>
            <a:ext cx="10325100" cy="0"/>
          </a:xfrm>
          <a:prstGeom prst="line">
            <a:avLst/>
          </a:prstGeom>
          <a:ln w="10795">
            <a:solidFill>
              <a:schemeClr val="tx2"/>
            </a:solidFill>
          </a:ln>
        </p:spPr>
        <p:style>
          <a:lnRef idx="1">
            <a:schemeClr val="accent1"/>
          </a:lnRef>
          <a:fillRef idx="0">
            <a:schemeClr val="accent1"/>
          </a:fillRef>
          <a:effectRef idx="0">
            <a:schemeClr val="accent1"/>
          </a:effectRef>
          <a:fontRef idx="minor">
            <a:schemeClr val="tx1"/>
          </a:fontRef>
        </p:style>
      </p:cxnSp>
      <p:pic>
        <p:nvPicPr>
          <p:cNvPr id="3" name="Content Placeholder 2" descr="A diagram of a filter&#10;&#10;Description automatically generated">
            <a:extLst>
              <a:ext uri="{FF2B5EF4-FFF2-40B4-BE49-F238E27FC236}">
                <a16:creationId xmlns:a16="http://schemas.microsoft.com/office/drawing/2014/main" id="{403E9FF0-8047-18CE-D942-B25EA5F2906C}"/>
              </a:ext>
            </a:extLst>
          </p:cNvPr>
          <p:cNvPicPr>
            <a:picLocks noGrp="1" noChangeAspect="1"/>
          </p:cNvPicPr>
          <p:nvPr>
            <p:ph idx="1"/>
          </p:nvPr>
        </p:nvPicPr>
        <p:blipFill>
          <a:blip r:embed="rId3"/>
          <a:stretch>
            <a:fillRect/>
          </a:stretch>
        </p:blipFill>
        <p:spPr>
          <a:xfrm>
            <a:off x="2449062" y="2405758"/>
            <a:ext cx="7297616" cy="4147290"/>
          </a:xfrm>
        </p:spPr>
      </p:pic>
    </p:spTree>
    <p:extLst>
      <p:ext uri="{BB962C8B-B14F-4D97-AF65-F5344CB8AC3E}">
        <p14:creationId xmlns:p14="http://schemas.microsoft.com/office/powerpoint/2010/main" val="19278169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BA761B-DE6B-4078-B4C9-0FFE37D238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938B7B-455E-047A-3E98-ABCC63DCDCF3}"/>
              </a:ext>
            </a:extLst>
          </p:cNvPr>
          <p:cNvSpPr>
            <a:spLocks noGrp="1"/>
          </p:cNvSpPr>
          <p:nvPr>
            <p:ph type="title"/>
          </p:nvPr>
        </p:nvSpPr>
        <p:spPr>
          <a:xfrm>
            <a:off x="849760" y="837032"/>
            <a:ext cx="10427840" cy="1108142"/>
          </a:xfrm>
        </p:spPr>
        <p:txBody>
          <a:bodyPr>
            <a:normAutofit/>
          </a:bodyPr>
          <a:lstStyle/>
          <a:p>
            <a:pPr>
              <a:lnSpc>
                <a:spcPct val="120000"/>
              </a:lnSpc>
              <a:spcBef>
                <a:spcPts val="1000"/>
              </a:spcBef>
            </a:pPr>
            <a:r>
              <a:rPr lang="en-US" sz="4000">
                <a:solidFill>
                  <a:srgbClr val="FFC000"/>
                </a:solidFill>
                <a:latin typeface="Georgia Pro Light"/>
                <a:cs typeface="Arial"/>
              </a:rPr>
              <a:t>Methodology - Image Processing Filters </a:t>
            </a:r>
          </a:p>
        </p:txBody>
      </p:sp>
      <p:cxnSp>
        <p:nvCxnSpPr>
          <p:cNvPr id="10" name="Straight Connector 9">
            <a:extLst>
              <a:ext uri="{FF2B5EF4-FFF2-40B4-BE49-F238E27FC236}">
                <a16:creationId xmlns:a16="http://schemas.microsoft.com/office/drawing/2014/main" id="{05C630D5-1ADF-4994-883A-6501F0DFCFA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952500" y="2053613"/>
            <a:ext cx="10325100" cy="0"/>
          </a:xfrm>
          <a:prstGeom prst="line">
            <a:avLst/>
          </a:prstGeom>
          <a:ln w="10795">
            <a:solidFill>
              <a:schemeClr val="tx2"/>
            </a:solidFill>
          </a:ln>
        </p:spPr>
        <p:style>
          <a:lnRef idx="1">
            <a:schemeClr val="accent1"/>
          </a:lnRef>
          <a:fillRef idx="0">
            <a:schemeClr val="accent1"/>
          </a:fillRef>
          <a:effectRef idx="0">
            <a:schemeClr val="accent1"/>
          </a:effectRef>
          <a:fontRef idx="minor">
            <a:schemeClr val="tx1"/>
          </a:fontRef>
        </p:style>
      </p:cxnSp>
      <p:pic>
        <p:nvPicPr>
          <p:cNvPr id="6" name="Content Placeholder 5" descr="A collage of images of different shapes&#10;&#10;Description automatically generated">
            <a:extLst>
              <a:ext uri="{FF2B5EF4-FFF2-40B4-BE49-F238E27FC236}">
                <a16:creationId xmlns:a16="http://schemas.microsoft.com/office/drawing/2014/main" id="{B92503F2-EB7F-747A-F3D4-3B2D7CBCCD66}"/>
              </a:ext>
            </a:extLst>
          </p:cNvPr>
          <p:cNvPicPr>
            <a:picLocks noGrp="1" noChangeAspect="1"/>
          </p:cNvPicPr>
          <p:nvPr>
            <p:ph idx="1"/>
          </p:nvPr>
        </p:nvPicPr>
        <p:blipFill>
          <a:blip r:embed="rId3"/>
          <a:stretch>
            <a:fillRect/>
          </a:stretch>
        </p:blipFill>
        <p:spPr>
          <a:xfrm>
            <a:off x="1444478" y="2288234"/>
            <a:ext cx="9248985" cy="4347797"/>
          </a:xfrm>
        </p:spPr>
      </p:pic>
    </p:spTree>
    <p:extLst>
      <p:ext uri="{BB962C8B-B14F-4D97-AF65-F5344CB8AC3E}">
        <p14:creationId xmlns:p14="http://schemas.microsoft.com/office/powerpoint/2010/main" val="2368916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BA761B-DE6B-4078-B4C9-0FFE37D238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938B7B-455E-047A-3E98-ABCC63DCDCF3}"/>
              </a:ext>
            </a:extLst>
          </p:cNvPr>
          <p:cNvSpPr>
            <a:spLocks noGrp="1"/>
          </p:cNvSpPr>
          <p:nvPr>
            <p:ph type="title"/>
          </p:nvPr>
        </p:nvSpPr>
        <p:spPr>
          <a:xfrm>
            <a:off x="849760" y="837032"/>
            <a:ext cx="10427840" cy="1108142"/>
          </a:xfrm>
        </p:spPr>
        <p:txBody>
          <a:bodyPr>
            <a:normAutofit/>
          </a:bodyPr>
          <a:lstStyle/>
          <a:p>
            <a:pPr>
              <a:lnSpc>
                <a:spcPct val="120000"/>
              </a:lnSpc>
              <a:spcBef>
                <a:spcPts val="1000"/>
              </a:spcBef>
            </a:pPr>
            <a:r>
              <a:rPr lang="en-US" sz="4000">
                <a:solidFill>
                  <a:srgbClr val="FFC000"/>
                </a:solidFill>
                <a:latin typeface="Georgia Pro Light"/>
                <a:cs typeface="Arial"/>
              </a:rPr>
              <a:t>Methodology – Construction of feature Space</a:t>
            </a:r>
          </a:p>
        </p:txBody>
      </p:sp>
      <p:cxnSp>
        <p:nvCxnSpPr>
          <p:cNvPr id="10" name="Straight Connector 9">
            <a:extLst>
              <a:ext uri="{FF2B5EF4-FFF2-40B4-BE49-F238E27FC236}">
                <a16:creationId xmlns:a16="http://schemas.microsoft.com/office/drawing/2014/main" id="{05C630D5-1ADF-4994-883A-6501F0DFCFA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952500" y="2053613"/>
            <a:ext cx="10325100" cy="0"/>
          </a:xfrm>
          <a:prstGeom prst="line">
            <a:avLst/>
          </a:prstGeom>
          <a:ln w="10795">
            <a:solidFill>
              <a:schemeClr val="tx2"/>
            </a:solidFill>
          </a:ln>
        </p:spPr>
        <p:style>
          <a:lnRef idx="1">
            <a:schemeClr val="accent1"/>
          </a:lnRef>
          <a:fillRef idx="0">
            <a:schemeClr val="accent1"/>
          </a:fillRef>
          <a:effectRef idx="0">
            <a:schemeClr val="accent1"/>
          </a:effectRef>
          <a:fontRef idx="minor">
            <a:schemeClr val="tx1"/>
          </a:fontRef>
        </p:style>
      </p:cxnSp>
      <p:pic>
        <p:nvPicPr>
          <p:cNvPr id="6" name="Content Placeholder 5" descr="A diagram of a computer process&#10;&#10;Description automatically generated">
            <a:extLst>
              <a:ext uri="{FF2B5EF4-FFF2-40B4-BE49-F238E27FC236}">
                <a16:creationId xmlns:a16="http://schemas.microsoft.com/office/drawing/2014/main" id="{C9362CEF-378E-39FD-56EB-054FE1DF6FF6}"/>
              </a:ext>
            </a:extLst>
          </p:cNvPr>
          <p:cNvPicPr>
            <a:picLocks noGrp="1" noChangeAspect="1"/>
          </p:cNvPicPr>
          <p:nvPr>
            <p:ph idx="1"/>
          </p:nvPr>
        </p:nvPicPr>
        <p:blipFill>
          <a:blip r:embed="rId3"/>
          <a:stretch>
            <a:fillRect/>
          </a:stretch>
        </p:blipFill>
        <p:spPr>
          <a:xfrm>
            <a:off x="2126677" y="2367215"/>
            <a:ext cx="7874000" cy="4160529"/>
          </a:xfrm>
        </p:spPr>
      </p:pic>
    </p:spTree>
    <p:extLst>
      <p:ext uri="{BB962C8B-B14F-4D97-AF65-F5344CB8AC3E}">
        <p14:creationId xmlns:p14="http://schemas.microsoft.com/office/powerpoint/2010/main" val="42759687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BA761B-DE6B-4078-B4C9-0FFE37D238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938B7B-455E-047A-3E98-ABCC63DCDCF3}"/>
              </a:ext>
            </a:extLst>
          </p:cNvPr>
          <p:cNvSpPr>
            <a:spLocks noGrp="1"/>
          </p:cNvSpPr>
          <p:nvPr>
            <p:ph type="title"/>
          </p:nvPr>
        </p:nvSpPr>
        <p:spPr>
          <a:xfrm>
            <a:off x="849760" y="837032"/>
            <a:ext cx="10427840" cy="1108142"/>
          </a:xfrm>
        </p:spPr>
        <p:txBody>
          <a:bodyPr>
            <a:normAutofit/>
          </a:bodyPr>
          <a:lstStyle/>
          <a:p>
            <a:pPr>
              <a:lnSpc>
                <a:spcPct val="120000"/>
              </a:lnSpc>
              <a:spcBef>
                <a:spcPts val="1000"/>
              </a:spcBef>
            </a:pPr>
            <a:r>
              <a:rPr lang="en-US" sz="4000">
                <a:solidFill>
                  <a:srgbClr val="FFC000"/>
                </a:solidFill>
                <a:latin typeface="Georgia Pro Light"/>
                <a:cs typeface="Arial"/>
              </a:rPr>
              <a:t>Methodology – Balancing Dataset</a:t>
            </a:r>
          </a:p>
        </p:txBody>
      </p:sp>
      <p:cxnSp>
        <p:nvCxnSpPr>
          <p:cNvPr id="10" name="Straight Connector 9">
            <a:extLst>
              <a:ext uri="{FF2B5EF4-FFF2-40B4-BE49-F238E27FC236}">
                <a16:creationId xmlns:a16="http://schemas.microsoft.com/office/drawing/2014/main" id="{05C630D5-1ADF-4994-883A-6501F0DFCFA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952500" y="2053613"/>
            <a:ext cx="10325100" cy="0"/>
          </a:xfrm>
          <a:prstGeom prst="line">
            <a:avLst/>
          </a:prstGeom>
          <a:ln w="10795">
            <a:solidFill>
              <a:schemeClr val="tx2"/>
            </a:solidFill>
          </a:ln>
        </p:spPr>
        <p:style>
          <a:lnRef idx="1">
            <a:schemeClr val="accent1"/>
          </a:lnRef>
          <a:fillRef idx="0">
            <a:schemeClr val="accent1"/>
          </a:fillRef>
          <a:effectRef idx="0">
            <a:schemeClr val="accent1"/>
          </a:effectRef>
          <a:fontRef idx="minor">
            <a:schemeClr val="tx1"/>
          </a:fontRef>
        </p:style>
      </p:cxnSp>
      <p:pic>
        <p:nvPicPr>
          <p:cNvPr id="3" name="Content Placeholder 2" descr="A diagram of a flowchart&#10;&#10;Description automatically generated">
            <a:extLst>
              <a:ext uri="{FF2B5EF4-FFF2-40B4-BE49-F238E27FC236}">
                <a16:creationId xmlns:a16="http://schemas.microsoft.com/office/drawing/2014/main" id="{88DAE035-6589-C44C-215B-6E0E25C1B695}"/>
              </a:ext>
            </a:extLst>
          </p:cNvPr>
          <p:cNvPicPr>
            <a:picLocks noGrp="1" noChangeAspect="1"/>
          </p:cNvPicPr>
          <p:nvPr>
            <p:ph idx="1"/>
          </p:nvPr>
        </p:nvPicPr>
        <p:blipFill>
          <a:blip r:embed="rId3"/>
          <a:stretch>
            <a:fillRect/>
          </a:stretch>
        </p:blipFill>
        <p:spPr>
          <a:xfrm>
            <a:off x="3015678" y="2406438"/>
            <a:ext cx="6096000" cy="4096126"/>
          </a:xfrm>
        </p:spPr>
      </p:pic>
    </p:spTree>
    <p:extLst>
      <p:ext uri="{BB962C8B-B14F-4D97-AF65-F5344CB8AC3E}">
        <p14:creationId xmlns:p14="http://schemas.microsoft.com/office/powerpoint/2010/main" val="41580248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BA761B-DE6B-4078-B4C9-0FFE37D238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938B7B-455E-047A-3E98-ABCC63DCDCF3}"/>
              </a:ext>
            </a:extLst>
          </p:cNvPr>
          <p:cNvSpPr>
            <a:spLocks noGrp="1"/>
          </p:cNvSpPr>
          <p:nvPr>
            <p:ph type="title"/>
          </p:nvPr>
        </p:nvSpPr>
        <p:spPr>
          <a:xfrm>
            <a:off x="849760" y="837032"/>
            <a:ext cx="10427840" cy="1108142"/>
          </a:xfrm>
        </p:spPr>
        <p:txBody>
          <a:bodyPr>
            <a:normAutofit/>
          </a:bodyPr>
          <a:lstStyle/>
          <a:p>
            <a:pPr>
              <a:lnSpc>
                <a:spcPct val="120000"/>
              </a:lnSpc>
              <a:spcBef>
                <a:spcPts val="1000"/>
              </a:spcBef>
            </a:pPr>
            <a:r>
              <a:rPr lang="en-US" sz="4000">
                <a:solidFill>
                  <a:srgbClr val="FFC000"/>
                </a:solidFill>
                <a:latin typeface="Georgia Pro Light"/>
                <a:cs typeface="Arial"/>
              </a:rPr>
              <a:t>Methodology – Random Forest</a:t>
            </a:r>
          </a:p>
        </p:txBody>
      </p:sp>
      <p:cxnSp>
        <p:nvCxnSpPr>
          <p:cNvPr id="10" name="Straight Connector 9">
            <a:extLst>
              <a:ext uri="{FF2B5EF4-FFF2-40B4-BE49-F238E27FC236}">
                <a16:creationId xmlns:a16="http://schemas.microsoft.com/office/drawing/2014/main" id="{05C630D5-1ADF-4994-883A-6501F0DFCFA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952500" y="2053613"/>
            <a:ext cx="10325100" cy="0"/>
          </a:xfrm>
          <a:prstGeom prst="line">
            <a:avLst/>
          </a:prstGeom>
          <a:ln w="10795">
            <a:solidFill>
              <a:schemeClr val="tx2"/>
            </a:solidFill>
          </a:ln>
        </p:spPr>
        <p:style>
          <a:lnRef idx="1">
            <a:schemeClr val="accent1"/>
          </a:lnRef>
          <a:fillRef idx="0">
            <a:schemeClr val="accent1"/>
          </a:fillRef>
          <a:effectRef idx="0">
            <a:schemeClr val="accent1"/>
          </a:effectRef>
          <a:fontRef idx="minor">
            <a:schemeClr val="tx1"/>
          </a:fontRef>
        </p:style>
      </p:cxnSp>
      <p:pic>
        <p:nvPicPr>
          <p:cNvPr id="6" name="Content Placeholder 5" descr="A diagram of a model&#10;&#10;Description automatically generated">
            <a:extLst>
              <a:ext uri="{FF2B5EF4-FFF2-40B4-BE49-F238E27FC236}">
                <a16:creationId xmlns:a16="http://schemas.microsoft.com/office/drawing/2014/main" id="{795D1807-4CCD-BDEE-98F5-E35A856AB327}"/>
              </a:ext>
            </a:extLst>
          </p:cNvPr>
          <p:cNvPicPr>
            <a:picLocks noGrp="1" noChangeAspect="1"/>
          </p:cNvPicPr>
          <p:nvPr>
            <p:ph idx="1"/>
          </p:nvPr>
        </p:nvPicPr>
        <p:blipFill>
          <a:blip r:embed="rId3"/>
          <a:stretch>
            <a:fillRect/>
          </a:stretch>
        </p:blipFill>
        <p:spPr>
          <a:xfrm>
            <a:off x="2820217" y="2190271"/>
            <a:ext cx="6486922" cy="4387969"/>
          </a:xfrm>
        </p:spPr>
      </p:pic>
    </p:spTree>
    <p:extLst>
      <p:ext uri="{BB962C8B-B14F-4D97-AF65-F5344CB8AC3E}">
        <p14:creationId xmlns:p14="http://schemas.microsoft.com/office/powerpoint/2010/main" val="27295411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BA761B-DE6B-4078-B4C9-0FFE37D238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938B7B-455E-047A-3E98-ABCC63DCDCF3}"/>
              </a:ext>
            </a:extLst>
          </p:cNvPr>
          <p:cNvSpPr>
            <a:spLocks noGrp="1"/>
          </p:cNvSpPr>
          <p:nvPr>
            <p:ph type="title"/>
          </p:nvPr>
        </p:nvSpPr>
        <p:spPr>
          <a:xfrm>
            <a:off x="371068" y="-3122"/>
            <a:ext cx="10427840" cy="1108142"/>
          </a:xfrm>
        </p:spPr>
        <p:txBody>
          <a:bodyPr>
            <a:normAutofit/>
          </a:bodyPr>
          <a:lstStyle/>
          <a:p>
            <a:pPr>
              <a:lnSpc>
                <a:spcPct val="120000"/>
              </a:lnSpc>
              <a:spcBef>
                <a:spcPts val="1000"/>
              </a:spcBef>
            </a:pPr>
            <a:r>
              <a:rPr lang="en-US" sz="4000">
                <a:solidFill>
                  <a:srgbClr val="FFC000"/>
                </a:solidFill>
                <a:latin typeface="Georgia Pro Light"/>
                <a:cs typeface="Arial"/>
              </a:rPr>
              <a:t>Feature Importance matrices for 8 feature</a:t>
            </a:r>
          </a:p>
        </p:txBody>
      </p:sp>
      <p:cxnSp>
        <p:nvCxnSpPr>
          <p:cNvPr id="10" name="Straight Connector 9">
            <a:extLst>
              <a:ext uri="{FF2B5EF4-FFF2-40B4-BE49-F238E27FC236}">
                <a16:creationId xmlns:a16="http://schemas.microsoft.com/office/drawing/2014/main" id="{05C630D5-1ADF-4994-883A-6501F0DFCFA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952500" y="2053613"/>
            <a:ext cx="10325100" cy="0"/>
          </a:xfrm>
          <a:prstGeom prst="line">
            <a:avLst/>
          </a:prstGeom>
          <a:ln w="10795">
            <a:solidFill>
              <a:schemeClr val="tx2"/>
            </a:solidFill>
          </a:ln>
        </p:spPr>
        <p:style>
          <a:lnRef idx="1">
            <a:schemeClr val="accent1"/>
          </a:lnRef>
          <a:fillRef idx="0">
            <a:schemeClr val="accent1"/>
          </a:fillRef>
          <a:effectRef idx="0">
            <a:schemeClr val="accent1"/>
          </a:effectRef>
          <a:fontRef idx="minor">
            <a:schemeClr val="tx1"/>
          </a:fontRef>
        </p:style>
      </p:cxnSp>
      <p:pic>
        <p:nvPicPr>
          <p:cNvPr id="6" name="Picture 5" descr="A graph of blue rectangular bars&#10;&#10;Description automatically generated">
            <a:extLst>
              <a:ext uri="{FF2B5EF4-FFF2-40B4-BE49-F238E27FC236}">
                <a16:creationId xmlns:a16="http://schemas.microsoft.com/office/drawing/2014/main" id="{BCF9016F-A842-06EA-A17E-0EFBD44AF924}"/>
              </a:ext>
            </a:extLst>
          </p:cNvPr>
          <p:cNvPicPr>
            <a:picLocks noChangeAspect="1"/>
          </p:cNvPicPr>
          <p:nvPr/>
        </p:nvPicPr>
        <p:blipFill>
          <a:blip r:embed="rId3"/>
          <a:stretch>
            <a:fillRect/>
          </a:stretch>
        </p:blipFill>
        <p:spPr>
          <a:xfrm>
            <a:off x="3894871" y="1518505"/>
            <a:ext cx="7880105" cy="4866298"/>
          </a:xfrm>
          <a:prstGeom prst="rect">
            <a:avLst/>
          </a:prstGeom>
        </p:spPr>
      </p:pic>
      <p:pic>
        <p:nvPicPr>
          <p:cNvPr id="7" name="Picture 6" descr="A screenshot of a computer screen&#10;&#10;Description automatically generated">
            <a:extLst>
              <a:ext uri="{FF2B5EF4-FFF2-40B4-BE49-F238E27FC236}">
                <a16:creationId xmlns:a16="http://schemas.microsoft.com/office/drawing/2014/main" id="{7086C4F5-D4AE-724A-2EE3-7FED00F117BE}"/>
              </a:ext>
            </a:extLst>
          </p:cNvPr>
          <p:cNvPicPr>
            <a:picLocks noChangeAspect="1"/>
          </p:cNvPicPr>
          <p:nvPr/>
        </p:nvPicPr>
        <p:blipFill>
          <a:blip r:embed="rId4"/>
          <a:stretch>
            <a:fillRect/>
          </a:stretch>
        </p:blipFill>
        <p:spPr>
          <a:xfrm>
            <a:off x="1114059" y="1521069"/>
            <a:ext cx="1933575" cy="2057400"/>
          </a:xfrm>
          <a:prstGeom prst="rect">
            <a:avLst/>
          </a:prstGeom>
        </p:spPr>
      </p:pic>
      <p:pic>
        <p:nvPicPr>
          <p:cNvPr id="9" name="Picture 8" descr="A white text on a white background&#10;&#10;Description automatically generated">
            <a:extLst>
              <a:ext uri="{FF2B5EF4-FFF2-40B4-BE49-F238E27FC236}">
                <a16:creationId xmlns:a16="http://schemas.microsoft.com/office/drawing/2014/main" id="{7309BFFC-CE4A-D5CA-DB35-D4A3895C1E82}"/>
              </a:ext>
            </a:extLst>
          </p:cNvPr>
          <p:cNvPicPr>
            <a:picLocks noChangeAspect="1"/>
          </p:cNvPicPr>
          <p:nvPr/>
        </p:nvPicPr>
        <p:blipFill>
          <a:blip r:embed="rId5"/>
          <a:stretch>
            <a:fillRect/>
          </a:stretch>
        </p:blipFill>
        <p:spPr>
          <a:xfrm>
            <a:off x="637810" y="4435842"/>
            <a:ext cx="2886075" cy="1952625"/>
          </a:xfrm>
          <a:prstGeom prst="rect">
            <a:avLst/>
          </a:prstGeom>
        </p:spPr>
      </p:pic>
    </p:spTree>
    <p:extLst>
      <p:ext uri="{BB962C8B-B14F-4D97-AF65-F5344CB8AC3E}">
        <p14:creationId xmlns:p14="http://schemas.microsoft.com/office/powerpoint/2010/main" val="5466496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BA761B-DE6B-4078-B4C9-0FFE37D238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938B7B-455E-047A-3E98-ABCC63DCDCF3}"/>
              </a:ext>
            </a:extLst>
          </p:cNvPr>
          <p:cNvSpPr>
            <a:spLocks noGrp="1"/>
          </p:cNvSpPr>
          <p:nvPr>
            <p:ph type="title"/>
          </p:nvPr>
        </p:nvSpPr>
        <p:spPr>
          <a:xfrm>
            <a:off x="447194" y="3145"/>
            <a:ext cx="10427840" cy="1108142"/>
          </a:xfrm>
        </p:spPr>
        <p:txBody>
          <a:bodyPr>
            <a:normAutofit/>
          </a:bodyPr>
          <a:lstStyle/>
          <a:p>
            <a:pPr>
              <a:lnSpc>
                <a:spcPct val="120000"/>
              </a:lnSpc>
              <a:spcBef>
                <a:spcPts val="1000"/>
              </a:spcBef>
            </a:pPr>
            <a:r>
              <a:rPr lang="en-US" sz="4000">
                <a:solidFill>
                  <a:srgbClr val="FFC000"/>
                </a:solidFill>
                <a:latin typeface="Georgia Pro Light"/>
                <a:cs typeface="Arial"/>
              </a:rPr>
              <a:t>Feature Importance matrices for 6 feature</a:t>
            </a:r>
          </a:p>
        </p:txBody>
      </p:sp>
      <p:cxnSp>
        <p:nvCxnSpPr>
          <p:cNvPr id="10" name="Straight Connector 9">
            <a:extLst>
              <a:ext uri="{FF2B5EF4-FFF2-40B4-BE49-F238E27FC236}">
                <a16:creationId xmlns:a16="http://schemas.microsoft.com/office/drawing/2014/main" id="{05C630D5-1ADF-4994-883A-6501F0DFCFA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952500" y="2053613"/>
            <a:ext cx="10325100" cy="0"/>
          </a:xfrm>
          <a:prstGeom prst="line">
            <a:avLst/>
          </a:prstGeom>
          <a:ln w="10795">
            <a:solidFill>
              <a:schemeClr val="tx2"/>
            </a:solidFill>
          </a:ln>
        </p:spPr>
        <p:style>
          <a:lnRef idx="1">
            <a:schemeClr val="accent1"/>
          </a:lnRef>
          <a:fillRef idx="0">
            <a:schemeClr val="accent1"/>
          </a:fillRef>
          <a:effectRef idx="0">
            <a:schemeClr val="accent1"/>
          </a:effectRef>
          <a:fontRef idx="minor">
            <a:schemeClr val="tx1"/>
          </a:fontRef>
        </p:style>
      </p:cxnSp>
      <p:pic>
        <p:nvPicPr>
          <p:cNvPr id="3" name="Picture 2" descr="A graph of blue rectangular bars&#10;&#10;Description automatically generated">
            <a:extLst>
              <a:ext uri="{FF2B5EF4-FFF2-40B4-BE49-F238E27FC236}">
                <a16:creationId xmlns:a16="http://schemas.microsoft.com/office/drawing/2014/main" id="{AFDD2CF8-A250-9BB6-BB4A-385DA1FFF591}"/>
              </a:ext>
            </a:extLst>
          </p:cNvPr>
          <p:cNvPicPr>
            <a:picLocks noChangeAspect="1"/>
          </p:cNvPicPr>
          <p:nvPr/>
        </p:nvPicPr>
        <p:blipFill>
          <a:blip r:embed="rId3"/>
          <a:stretch>
            <a:fillRect/>
          </a:stretch>
        </p:blipFill>
        <p:spPr>
          <a:xfrm>
            <a:off x="4032849" y="1413653"/>
            <a:ext cx="7706264" cy="4864579"/>
          </a:xfrm>
          <a:prstGeom prst="rect">
            <a:avLst/>
          </a:prstGeom>
        </p:spPr>
      </p:pic>
      <p:pic>
        <p:nvPicPr>
          <p:cNvPr id="4" name="Picture 3" descr="A screenshot of a computer screen&#10;&#10;Description automatically generated">
            <a:extLst>
              <a:ext uri="{FF2B5EF4-FFF2-40B4-BE49-F238E27FC236}">
                <a16:creationId xmlns:a16="http://schemas.microsoft.com/office/drawing/2014/main" id="{DF88F1C8-4B28-59E4-D0F5-C8F48EEB4586}"/>
              </a:ext>
            </a:extLst>
          </p:cNvPr>
          <p:cNvPicPr>
            <a:picLocks noChangeAspect="1"/>
          </p:cNvPicPr>
          <p:nvPr/>
        </p:nvPicPr>
        <p:blipFill>
          <a:blip r:embed="rId4"/>
          <a:stretch>
            <a:fillRect/>
          </a:stretch>
        </p:blipFill>
        <p:spPr>
          <a:xfrm>
            <a:off x="796955" y="1709109"/>
            <a:ext cx="2287976" cy="1987669"/>
          </a:xfrm>
          <a:prstGeom prst="rect">
            <a:avLst/>
          </a:prstGeom>
        </p:spPr>
      </p:pic>
      <p:pic>
        <p:nvPicPr>
          <p:cNvPr id="6" name="Picture 5" descr="A screen shot of a computer code&#10;&#10;Description automatically generated">
            <a:extLst>
              <a:ext uri="{FF2B5EF4-FFF2-40B4-BE49-F238E27FC236}">
                <a16:creationId xmlns:a16="http://schemas.microsoft.com/office/drawing/2014/main" id="{8470FE14-C29D-F51C-BDE3-DEE1CE3248C7}"/>
              </a:ext>
            </a:extLst>
          </p:cNvPr>
          <p:cNvPicPr>
            <a:picLocks noChangeAspect="1"/>
          </p:cNvPicPr>
          <p:nvPr/>
        </p:nvPicPr>
        <p:blipFill>
          <a:blip r:embed="rId5"/>
          <a:stretch>
            <a:fillRect/>
          </a:stretch>
        </p:blipFill>
        <p:spPr>
          <a:xfrm>
            <a:off x="453157" y="4229818"/>
            <a:ext cx="3004328" cy="2050212"/>
          </a:xfrm>
          <a:prstGeom prst="rect">
            <a:avLst/>
          </a:prstGeom>
        </p:spPr>
      </p:pic>
    </p:spTree>
    <p:extLst>
      <p:ext uri="{BB962C8B-B14F-4D97-AF65-F5344CB8AC3E}">
        <p14:creationId xmlns:p14="http://schemas.microsoft.com/office/powerpoint/2010/main" val="15152037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BA761B-DE6B-4078-B4C9-0FFE37D238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938B7B-455E-047A-3E98-ABCC63DCDCF3}"/>
              </a:ext>
            </a:extLst>
          </p:cNvPr>
          <p:cNvSpPr>
            <a:spLocks noGrp="1"/>
          </p:cNvSpPr>
          <p:nvPr>
            <p:ph type="title"/>
          </p:nvPr>
        </p:nvSpPr>
        <p:spPr>
          <a:xfrm>
            <a:off x="849760" y="837032"/>
            <a:ext cx="10427840" cy="1108142"/>
          </a:xfrm>
        </p:spPr>
        <p:txBody>
          <a:bodyPr>
            <a:normAutofit/>
          </a:bodyPr>
          <a:lstStyle/>
          <a:p>
            <a:pPr>
              <a:lnSpc>
                <a:spcPct val="120000"/>
              </a:lnSpc>
              <a:spcBef>
                <a:spcPts val="1000"/>
              </a:spcBef>
            </a:pPr>
            <a:r>
              <a:rPr lang="en-US" sz="4000">
                <a:solidFill>
                  <a:srgbClr val="FFC000"/>
                </a:solidFill>
                <a:latin typeface="Georgia Pro Light"/>
                <a:cs typeface="Arial"/>
              </a:rPr>
              <a:t>Experimental Section– Simulation 1 and 2</a:t>
            </a:r>
          </a:p>
        </p:txBody>
      </p:sp>
      <p:cxnSp>
        <p:nvCxnSpPr>
          <p:cNvPr id="10" name="Straight Connector 9">
            <a:extLst>
              <a:ext uri="{FF2B5EF4-FFF2-40B4-BE49-F238E27FC236}">
                <a16:creationId xmlns:a16="http://schemas.microsoft.com/office/drawing/2014/main" id="{05C630D5-1ADF-4994-883A-6501F0DFCFA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952500" y="2053613"/>
            <a:ext cx="10325100" cy="0"/>
          </a:xfrm>
          <a:prstGeom prst="line">
            <a:avLst/>
          </a:prstGeom>
          <a:ln w="10795">
            <a:solidFill>
              <a:schemeClr val="tx2"/>
            </a:solidFill>
          </a:ln>
        </p:spPr>
        <p:style>
          <a:lnRef idx="1">
            <a:schemeClr val="accent1"/>
          </a:lnRef>
          <a:fillRef idx="0">
            <a:schemeClr val="accent1"/>
          </a:fillRef>
          <a:effectRef idx="0">
            <a:schemeClr val="accent1"/>
          </a:effectRef>
          <a:fontRef idx="minor">
            <a:schemeClr val="tx1"/>
          </a:fontRef>
        </p:style>
      </p:cxnSp>
      <p:pic>
        <p:nvPicPr>
          <p:cNvPr id="3" name="Content Placeholder 2" descr="A diagram of a model of space&#10;&#10;Description automatically generated">
            <a:extLst>
              <a:ext uri="{FF2B5EF4-FFF2-40B4-BE49-F238E27FC236}">
                <a16:creationId xmlns:a16="http://schemas.microsoft.com/office/drawing/2014/main" id="{9A0C9D35-95D5-D5DF-7C48-EC0103668338}"/>
              </a:ext>
            </a:extLst>
          </p:cNvPr>
          <p:cNvPicPr>
            <a:picLocks noGrp="1" noChangeAspect="1"/>
          </p:cNvPicPr>
          <p:nvPr>
            <p:ph idx="1"/>
          </p:nvPr>
        </p:nvPicPr>
        <p:blipFill>
          <a:blip r:embed="rId3"/>
          <a:stretch>
            <a:fillRect/>
          </a:stretch>
        </p:blipFill>
        <p:spPr>
          <a:xfrm>
            <a:off x="1174178" y="2346253"/>
            <a:ext cx="9778999" cy="4195473"/>
          </a:xfrm>
        </p:spPr>
      </p:pic>
    </p:spTree>
    <p:extLst>
      <p:ext uri="{BB962C8B-B14F-4D97-AF65-F5344CB8AC3E}">
        <p14:creationId xmlns:p14="http://schemas.microsoft.com/office/powerpoint/2010/main" val="10779964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BA761B-DE6B-4078-B4C9-0FFE37D238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938B7B-455E-047A-3E98-ABCC63DCDCF3}"/>
              </a:ext>
            </a:extLst>
          </p:cNvPr>
          <p:cNvSpPr>
            <a:spLocks noGrp="1"/>
          </p:cNvSpPr>
          <p:nvPr>
            <p:ph type="title"/>
          </p:nvPr>
        </p:nvSpPr>
        <p:spPr>
          <a:xfrm>
            <a:off x="849760" y="837032"/>
            <a:ext cx="10427840" cy="1108142"/>
          </a:xfrm>
        </p:spPr>
        <p:txBody>
          <a:bodyPr>
            <a:normAutofit/>
          </a:bodyPr>
          <a:lstStyle/>
          <a:p>
            <a:pPr>
              <a:lnSpc>
                <a:spcPct val="120000"/>
              </a:lnSpc>
              <a:spcBef>
                <a:spcPts val="1000"/>
              </a:spcBef>
            </a:pPr>
            <a:r>
              <a:rPr lang="en-US" sz="4000">
                <a:solidFill>
                  <a:srgbClr val="FFC000"/>
                </a:solidFill>
                <a:latin typeface="Georgia Pro Light"/>
                <a:cs typeface="Arial"/>
              </a:rPr>
              <a:t>Experimental Section– Simulation 3</a:t>
            </a:r>
          </a:p>
        </p:txBody>
      </p:sp>
      <p:cxnSp>
        <p:nvCxnSpPr>
          <p:cNvPr id="10" name="Straight Connector 9">
            <a:extLst>
              <a:ext uri="{FF2B5EF4-FFF2-40B4-BE49-F238E27FC236}">
                <a16:creationId xmlns:a16="http://schemas.microsoft.com/office/drawing/2014/main" id="{05C630D5-1ADF-4994-883A-6501F0DFCFA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952500" y="2053613"/>
            <a:ext cx="10325100" cy="0"/>
          </a:xfrm>
          <a:prstGeom prst="line">
            <a:avLst/>
          </a:prstGeom>
          <a:ln w="10795">
            <a:solidFill>
              <a:schemeClr val="tx2"/>
            </a:solidFill>
          </a:ln>
        </p:spPr>
        <p:style>
          <a:lnRef idx="1">
            <a:schemeClr val="accent1"/>
          </a:lnRef>
          <a:fillRef idx="0">
            <a:schemeClr val="accent1"/>
          </a:fillRef>
          <a:effectRef idx="0">
            <a:schemeClr val="accent1"/>
          </a:effectRef>
          <a:fontRef idx="minor">
            <a:schemeClr val="tx1"/>
          </a:fontRef>
        </p:style>
      </p:cxnSp>
      <p:pic>
        <p:nvPicPr>
          <p:cNvPr id="3" name="Content Placeholder 2" descr="A diagram of a forest model&#10;&#10;Description automatically generated">
            <a:extLst>
              <a:ext uri="{FF2B5EF4-FFF2-40B4-BE49-F238E27FC236}">
                <a16:creationId xmlns:a16="http://schemas.microsoft.com/office/drawing/2014/main" id="{F87912B8-CD9E-B03E-9116-47AABD852E9B}"/>
              </a:ext>
            </a:extLst>
          </p:cNvPr>
          <p:cNvPicPr>
            <a:picLocks noGrp="1" noChangeAspect="1"/>
          </p:cNvPicPr>
          <p:nvPr>
            <p:ph idx="1"/>
          </p:nvPr>
        </p:nvPicPr>
        <p:blipFill>
          <a:blip r:embed="rId3"/>
          <a:stretch>
            <a:fillRect/>
          </a:stretch>
        </p:blipFill>
        <p:spPr>
          <a:xfrm>
            <a:off x="2273216" y="2360924"/>
            <a:ext cx="7571154" cy="4188111"/>
          </a:xfrm>
        </p:spPr>
      </p:pic>
    </p:spTree>
    <p:extLst>
      <p:ext uri="{BB962C8B-B14F-4D97-AF65-F5344CB8AC3E}">
        <p14:creationId xmlns:p14="http://schemas.microsoft.com/office/powerpoint/2010/main" val="36941284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BA761B-DE6B-4078-B4C9-0FFE37D238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938B7B-455E-047A-3E98-ABCC63DCDCF3}"/>
              </a:ext>
            </a:extLst>
          </p:cNvPr>
          <p:cNvSpPr>
            <a:spLocks noGrp="1"/>
          </p:cNvSpPr>
          <p:nvPr>
            <p:ph type="title"/>
          </p:nvPr>
        </p:nvSpPr>
        <p:spPr>
          <a:xfrm>
            <a:off x="849760" y="837032"/>
            <a:ext cx="10427840" cy="1108142"/>
          </a:xfrm>
        </p:spPr>
        <p:txBody>
          <a:bodyPr>
            <a:normAutofit/>
          </a:bodyPr>
          <a:lstStyle/>
          <a:p>
            <a:pPr>
              <a:lnSpc>
                <a:spcPct val="120000"/>
              </a:lnSpc>
              <a:spcBef>
                <a:spcPts val="1000"/>
              </a:spcBef>
            </a:pPr>
            <a:r>
              <a:rPr lang="en-US" sz="4000">
                <a:solidFill>
                  <a:srgbClr val="FFC000"/>
                </a:solidFill>
                <a:latin typeface="Georgia Pro Light"/>
                <a:cs typeface="Arial"/>
              </a:rPr>
              <a:t>Results Section – Simulation 1</a:t>
            </a:r>
            <a:endParaRPr lang="en-US" sz="2000">
              <a:solidFill>
                <a:srgbClr val="E2E3E8"/>
              </a:solidFill>
              <a:latin typeface="Georgia Pro Light"/>
              <a:cs typeface="Arial"/>
            </a:endParaRPr>
          </a:p>
        </p:txBody>
      </p:sp>
      <p:cxnSp>
        <p:nvCxnSpPr>
          <p:cNvPr id="10" name="Straight Connector 9">
            <a:extLst>
              <a:ext uri="{FF2B5EF4-FFF2-40B4-BE49-F238E27FC236}">
                <a16:creationId xmlns:a16="http://schemas.microsoft.com/office/drawing/2014/main" id="{05C630D5-1ADF-4994-883A-6501F0DFCFA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952500" y="2053613"/>
            <a:ext cx="10325100" cy="0"/>
          </a:xfrm>
          <a:prstGeom prst="line">
            <a:avLst/>
          </a:prstGeom>
          <a:ln w="10795">
            <a:solidFill>
              <a:schemeClr val="tx2"/>
            </a:solidFill>
          </a:ln>
        </p:spPr>
        <p:style>
          <a:lnRef idx="1">
            <a:schemeClr val="accent1"/>
          </a:lnRef>
          <a:fillRef idx="0">
            <a:schemeClr val="accent1"/>
          </a:fillRef>
          <a:effectRef idx="0">
            <a:schemeClr val="accent1"/>
          </a:effectRef>
          <a:fontRef idx="minor">
            <a:schemeClr val="tx1"/>
          </a:fontRef>
        </p:style>
      </p:cxnSp>
      <p:pic>
        <p:nvPicPr>
          <p:cNvPr id="4" name="Picture 3" descr="A table with numbers and percentages&#10;&#10;Description automatically generated">
            <a:extLst>
              <a:ext uri="{FF2B5EF4-FFF2-40B4-BE49-F238E27FC236}">
                <a16:creationId xmlns:a16="http://schemas.microsoft.com/office/drawing/2014/main" id="{6E19FA5C-4261-D64C-DD55-E460578C3415}"/>
              </a:ext>
            </a:extLst>
          </p:cNvPr>
          <p:cNvPicPr>
            <a:picLocks noChangeAspect="1"/>
          </p:cNvPicPr>
          <p:nvPr/>
        </p:nvPicPr>
        <p:blipFill>
          <a:blip r:embed="rId3"/>
          <a:stretch>
            <a:fillRect/>
          </a:stretch>
        </p:blipFill>
        <p:spPr>
          <a:xfrm>
            <a:off x="1462942" y="2400443"/>
            <a:ext cx="9202615" cy="4120514"/>
          </a:xfrm>
          <a:prstGeom prst="rect">
            <a:avLst/>
          </a:prstGeom>
        </p:spPr>
      </p:pic>
    </p:spTree>
    <p:extLst>
      <p:ext uri="{BB962C8B-B14F-4D97-AF65-F5344CB8AC3E}">
        <p14:creationId xmlns:p14="http://schemas.microsoft.com/office/powerpoint/2010/main" val="18869057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BA761B-DE6B-4078-B4C9-0FFE37D238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938B7B-455E-047A-3E98-ABCC63DCDCF3}"/>
              </a:ext>
            </a:extLst>
          </p:cNvPr>
          <p:cNvSpPr>
            <a:spLocks noGrp="1"/>
          </p:cNvSpPr>
          <p:nvPr>
            <p:ph type="title"/>
          </p:nvPr>
        </p:nvSpPr>
        <p:spPr>
          <a:xfrm>
            <a:off x="849760" y="837032"/>
            <a:ext cx="10427840" cy="1108142"/>
          </a:xfrm>
        </p:spPr>
        <p:txBody>
          <a:bodyPr>
            <a:normAutofit/>
          </a:bodyPr>
          <a:lstStyle/>
          <a:p>
            <a:pPr>
              <a:lnSpc>
                <a:spcPct val="120000"/>
              </a:lnSpc>
              <a:spcBef>
                <a:spcPts val="1000"/>
              </a:spcBef>
            </a:pPr>
            <a:r>
              <a:rPr lang="en-US" sz="4000">
                <a:solidFill>
                  <a:srgbClr val="FFC000"/>
                </a:solidFill>
                <a:latin typeface="Georgia Pro Light"/>
                <a:cs typeface="Arial"/>
              </a:rPr>
              <a:t>Results Section – Simulation 2</a:t>
            </a:r>
          </a:p>
        </p:txBody>
      </p:sp>
      <p:cxnSp>
        <p:nvCxnSpPr>
          <p:cNvPr id="10" name="Straight Connector 9">
            <a:extLst>
              <a:ext uri="{FF2B5EF4-FFF2-40B4-BE49-F238E27FC236}">
                <a16:creationId xmlns:a16="http://schemas.microsoft.com/office/drawing/2014/main" id="{05C630D5-1ADF-4994-883A-6501F0DFCFA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952500" y="2053613"/>
            <a:ext cx="10325100" cy="0"/>
          </a:xfrm>
          <a:prstGeom prst="line">
            <a:avLst/>
          </a:prstGeom>
          <a:ln w="10795">
            <a:solidFill>
              <a:schemeClr val="tx2"/>
            </a:solidFill>
          </a:ln>
        </p:spPr>
        <p:style>
          <a:lnRef idx="1">
            <a:schemeClr val="accent1"/>
          </a:lnRef>
          <a:fillRef idx="0">
            <a:schemeClr val="accent1"/>
          </a:fillRef>
          <a:effectRef idx="0">
            <a:schemeClr val="accent1"/>
          </a:effectRef>
          <a:fontRef idx="minor">
            <a:schemeClr val="tx1"/>
          </a:fontRef>
        </p:style>
      </p:cxnSp>
      <p:pic>
        <p:nvPicPr>
          <p:cNvPr id="3" name="Picture 2" descr="A table with numbers and percentages&#10;&#10;Description automatically generated">
            <a:extLst>
              <a:ext uri="{FF2B5EF4-FFF2-40B4-BE49-F238E27FC236}">
                <a16:creationId xmlns:a16="http://schemas.microsoft.com/office/drawing/2014/main" id="{D9939602-2C63-F4D9-94BB-BB3CA742453D}"/>
              </a:ext>
            </a:extLst>
          </p:cNvPr>
          <p:cNvPicPr>
            <a:picLocks noChangeAspect="1"/>
          </p:cNvPicPr>
          <p:nvPr/>
        </p:nvPicPr>
        <p:blipFill>
          <a:blip r:embed="rId3"/>
          <a:stretch>
            <a:fillRect/>
          </a:stretch>
        </p:blipFill>
        <p:spPr>
          <a:xfrm>
            <a:off x="1442357" y="2362389"/>
            <a:ext cx="9252857" cy="4147079"/>
          </a:xfrm>
          <a:prstGeom prst="rect">
            <a:avLst/>
          </a:prstGeom>
        </p:spPr>
      </p:pic>
    </p:spTree>
    <p:extLst>
      <p:ext uri="{BB962C8B-B14F-4D97-AF65-F5344CB8AC3E}">
        <p14:creationId xmlns:p14="http://schemas.microsoft.com/office/powerpoint/2010/main" val="13863684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BA761B-DE6B-4078-B4C9-0FFE37D238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938B7B-455E-047A-3E98-ABCC63DCDCF3}"/>
              </a:ext>
            </a:extLst>
          </p:cNvPr>
          <p:cNvSpPr>
            <a:spLocks noGrp="1"/>
          </p:cNvSpPr>
          <p:nvPr>
            <p:ph type="title"/>
          </p:nvPr>
        </p:nvSpPr>
        <p:spPr>
          <a:xfrm>
            <a:off x="849760" y="837032"/>
            <a:ext cx="10427840" cy="1108142"/>
          </a:xfrm>
        </p:spPr>
        <p:txBody>
          <a:bodyPr>
            <a:normAutofit/>
          </a:bodyPr>
          <a:lstStyle/>
          <a:p>
            <a:pPr>
              <a:lnSpc>
                <a:spcPct val="120000"/>
              </a:lnSpc>
              <a:spcBef>
                <a:spcPts val="1000"/>
              </a:spcBef>
            </a:pPr>
            <a:r>
              <a:rPr lang="en-US" sz="4000">
                <a:solidFill>
                  <a:srgbClr val="FFC000"/>
                </a:solidFill>
                <a:latin typeface="Georgia Pro Light"/>
                <a:cs typeface="Arial"/>
              </a:rPr>
              <a:t>Results Section – Simulation 3 </a:t>
            </a:r>
            <a:r>
              <a:rPr lang="en-US" sz="2000">
                <a:solidFill>
                  <a:srgbClr val="FFC000"/>
                </a:solidFill>
                <a:latin typeface="Georgia Pro Light"/>
                <a:cs typeface="Arial"/>
              </a:rPr>
              <a:t>(Curiosity 1)</a:t>
            </a:r>
          </a:p>
        </p:txBody>
      </p:sp>
      <p:cxnSp>
        <p:nvCxnSpPr>
          <p:cNvPr id="10" name="Straight Connector 9">
            <a:extLst>
              <a:ext uri="{FF2B5EF4-FFF2-40B4-BE49-F238E27FC236}">
                <a16:creationId xmlns:a16="http://schemas.microsoft.com/office/drawing/2014/main" id="{05C630D5-1ADF-4994-883A-6501F0DFCFA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952500" y="2053613"/>
            <a:ext cx="10325100" cy="0"/>
          </a:xfrm>
          <a:prstGeom prst="line">
            <a:avLst/>
          </a:prstGeom>
          <a:ln w="10795">
            <a:solidFill>
              <a:schemeClr val="tx2"/>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D0AD876E-497A-0B89-E86D-1344E8E8CF9D}"/>
              </a:ext>
            </a:extLst>
          </p:cNvPr>
          <p:cNvPicPr>
            <a:picLocks noChangeAspect="1"/>
          </p:cNvPicPr>
          <p:nvPr/>
        </p:nvPicPr>
        <p:blipFill>
          <a:blip r:embed="rId3"/>
          <a:stretch>
            <a:fillRect/>
          </a:stretch>
        </p:blipFill>
        <p:spPr>
          <a:xfrm>
            <a:off x="1619250" y="3162980"/>
            <a:ext cx="8994321" cy="2600325"/>
          </a:xfrm>
          <a:prstGeom prst="rect">
            <a:avLst/>
          </a:prstGeom>
        </p:spPr>
      </p:pic>
    </p:spTree>
    <p:extLst>
      <p:ext uri="{BB962C8B-B14F-4D97-AF65-F5344CB8AC3E}">
        <p14:creationId xmlns:p14="http://schemas.microsoft.com/office/powerpoint/2010/main" val="33366260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BA761B-DE6B-4078-B4C9-0FFE37D238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938B7B-455E-047A-3E98-ABCC63DCDCF3}"/>
              </a:ext>
            </a:extLst>
          </p:cNvPr>
          <p:cNvSpPr>
            <a:spLocks noGrp="1"/>
          </p:cNvSpPr>
          <p:nvPr>
            <p:ph type="title"/>
          </p:nvPr>
        </p:nvSpPr>
        <p:spPr>
          <a:xfrm>
            <a:off x="849760" y="837032"/>
            <a:ext cx="10427840" cy="1108142"/>
          </a:xfrm>
        </p:spPr>
        <p:txBody>
          <a:bodyPr>
            <a:normAutofit/>
          </a:bodyPr>
          <a:lstStyle/>
          <a:p>
            <a:pPr>
              <a:lnSpc>
                <a:spcPct val="120000"/>
              </a:lnSpc>
              <a:spcBef>
                <a:spcPts val="1000"/>
              </a:spcBef>
            </a:pPr>
            <a:r>
              <a:rPr lang="en-US" sz="4000">
                <a:solidFill>
                  <a:srgbClr val="FFC000"/>
                </a:solidFill>
                <a:latin typeface="Georgia Pro Light"/>
                <a:cs typeface="Arial"/>
              </a:rPr>
              <a:t>Results Section – Simulation 3 </a:t>
            </a:r>
            <a:r>
              <a:rPr lang="en-US" sz="2000">
                <a:solidFill>
                  <a:srgbClr val="FFC000"/>
                </a:solidFill>
                <a:latin typeface="Georgia Pro Light"/>
                <a:cs typeface="Arial"/>
              </a:rPr>
              <a:t>(Curiosity 1)</a:t>
            </a:r>
          </a:p>
        </p:txBody>
      </p:sp>
      <p:cxnSp>
        <p:nvCxnSpPr>
          <p:cNvPr id="10" name="Straight Connector 9">
            <a:extLst>
              <a:ext uri="{FF2B5EF4-FFF2-40B4-BE49-F238E27FC236}">
                <a16:creationId xmlns:a16="http://schemas.microsoft.com/office/drawing/2014/main" id="{05C630D5-1ADF-4994-883A-6501F0DFCFA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952500" y="2053613"/>
            <a:ext cx="10325100" cy="0"/>
          </a:xfrm>
          <a:prstGeom prst="line">
            <a:avLst/>
          </a:prstGeom>
          <a:ln w="10795">
            <a:solidFill>
              <a:schemeClr val="tx2"/>
            </a:solidFill>
          </a:ln>
        </p:spPr>
        <p:style>
          <a:lnRef idx="1">
            <a:schemeClr val="accent1"/>
          </a:lnRef>
          <a:fillRef idx="0">
            <a:schemeClr val="accent1"/>
          </a:fillRef>
          <a:effectRef idx="0">
            <a:schemeClr val="accent1"/>
          </a:effectRef>
          <a:fontRef idx="minor">
            <a:schemeClr val="tx1"/>
          </a:fontRef>
        </p:style>
      </p:cxnSp>
      <p:pic>
        <p:nvPicPr>
          <p:cNvPr id="3" name="Picture 2" descr="A table with numbers and symbols&#10;&#10;Description automatically generated">
            <a:extLst>
              <a:ext uri="{FF2B5EF4-FFF2-40B4-BE49-F238E27FC236}">
                <a16:creationId xmlns:a16="http://schemas.microsoft.com/office/drawing/2014/main" id="{73900107-A943-9222-8740-99B21EBB4B6B}"/>
              </a:ext>
            </a:extLst>
          </p:cNvPr>
          <p:cNvPicPr>
            <a:picLocks noChangeAspect="1"/>
          </p:cNvPicPr>
          <p:nvPr/>
        </p:nvPicPr>
        <p:blipFill>
          <a:blip r:embed="rId3"/>
          <a:stretch>
            <a:fillRect/>
          </a:stretch>
        </p:blipFill>
        <p:spPr>
          <a:xfrm>
            <a:off x="1687286" y="2353753"/>
            <a:ext cx="8858250" cy="4150743"/>
          </a:xfrm>
          <a:prstGeom prst="rect">
            <a:avLst/>
          </a:prstGeom>
        </p:spPr>
      </p:pic>
    </p:spTree>
    <p:extLst>
      <p:ext uri="{BB962C8B-B14F-4D97-AF65-F5344CB8AC3E}">
        <p14:creationId xmlns:p14="http://schemas.microsoft.com/office/powerpoint/2010/main" val="25622768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BA761B-DE6B-4078-B4C9-0FFE37D238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938B7B-455E-047A-3E98-ABCC63DCDCF3}"/>
              </a:ext>
            </a:extLst>
          </p:cNvPr>
          <p:cNvSpPr>
            <a:spLocks noGrp="1"/>
          </p:cNvSpPr>
          <p:nvPr>
            <p:ph type="title"/>
          </p:nvPr>
        </p:nvSpPr>
        <p:spPr>
          <a:xfrm>
            <a:off x="849760" y="837032"/>
            <a:ext cx="10427840" cy="1108142"/>
          </a:xfrm>
        </p:spPr>
        <p:txBody>
          <a:bodyPr>
            <a:normAutofit/>
          </a:bodyPr>
          <a:lstStyle/>
          <a:p>
            <a:pPr>
              <a:lnSpc>
                <a:spcPct val="120000"/>
              </a:lnSpc>
              <a:spcBef>
                <a:spcPts val="1000"/>
              </a:spcBef>
            </a:pPr>
            <a:r>
              <a:rPr lang="en-US" sz="4000">
                <a:solidFill>
                  <a:srgbClr val="FFC000"/>
                </a:solidFill>
                <a:latin typeface="Georgia Pro Light"/>
                <a:cs typeface="Arial"/>
              </a:rPr>
              <a:t>Results Section – Simulation 3 </a:t>
            </a:r>
            <a:r>
              <a:rPr lang="en-US" sz="2000">
                <a:solidFill>
                  <a:srgbClr val="FFC000"/>
                </a:solidFill>
                <a:latin typeface="Georgia Pro Light"/>
                <a:cs typeface="Arial"/>
              </a:rPr>
              <a:t>(Curiosity 2)</a:t>
            </a:r>
          </a:p>
        </p:txBody>
      </p:sp>
      <p:cxnSp>
        <p:nvCxnSpPr>
          <p:cNvPr id="10" name="Straight Connector 9">
            <a:extLst>
              <a:ext uri="{FF2B5EF4-FFF2-40B4-BE49-F238E27FC236}">
                <a16:creationId xmlns:a16="http://schemas.microsoft.com/office/drawing/2014/main" id="{05C630D5-1ADF-4994-883A-6501F0DFCFA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952500" y="2053613"/>
            <a:ext cx="10325100" cy="0"/>
          </a:xfrm>
          <a:prstGeom prst="line">
            <a:avLst/>
          </a:prstGeom>
          <a:ln w="10795">
            <a:solidFill>
              <a:schemeClr val="tx2"/>
            </a:solidFill>
          </a:ln>
        </p:spPr>
        <p:style>
          <a:lnRef idx="1">
            <a:schemeClr val="accent1"/>
          </a:lnRef>
          <a:fillRef idx="0">
            <a:schemeClr val="accent1"/>
          </a:fillRef>
          <a:effectRef idx="0">
            <a:schemeClr val="accent1"/>
          </a:effectRef>
          <a:fontRef idx="minor">
            <a:schemeClr val="tx1"/>
          </a:fontRef>
        </p:style>
      </p:cxnSp>
      <p:pic>
        <p:nvPicPr>
          <p:cNvPr id="3" name="Picture 2" descr="A graph showing the accuracy of precision&#10;&#10;Description automatically generated">
            <a:extLst>
              <a:ext uri="{FF2B5EF4-FFF2-40B4-BE49-F238E27FC236}">
                <a16:creationId xmlns:a16="http://schemas.microsoft.com/office/drawing/2014/main" id="{60FA2B45-ECDC-2231-5CB7-335A6164DD03}"/>
              </a:ext>
            </a:extLst>
          </p:cNvPr>
          <p:cNvPicPr>
            <a:picLocks noChangeAspect="1"/>
          </p:cNvPicPr>
          <p:nvPr/>
        </p:nvPicPr>
        <p:blipFill>
          <a:blip r:embed="rId3"/>
          <a:stretch>
            <a:fillRect/>
          </a:stretch>
        </p:blipFill>
        <p:spPr>
          <a:xfrm>
            <a:off x="1604963" y="3089502"/>
            <a:ext cx="9022895" cy="2652032"/>
          </a:xfrm>
          <a:prstGeom prst="rect">
            <a:avLst/>
          </a:prstGeom>
        </p:spPr>
      </p:pic>
    </p:spTree>
    <p:extLst>
      <p:ext uri="{BB962C8B-B14F-4D97-AF65-F5344CB8AC3E}">
        <p14:creationId xmlns:p14="http://schemas.microsoft.com/office/powerpoint/2010/main" val="19878257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BA761B-DE6B-4078-B4C9-0FFE37D238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938B7B-455E-047A-3E98-ABCC63DCDCF3}"/>
              </a:ext>
            </a:extLst>
          </p:cNvPr>
          <p:cNvSpPr>
            <a:spLocks noGrp="1"/>
          </p:cNvSpPr>
          <p:nvPr>
            <p:ph type="title"/>
          </p:nvPr>
        </p:nvSpPr>
        <p:spPr>
          <a:xfrm>
            <a:off x="849760" y="837032"/>
            <a:ext cx="10427840" cy="1108142"/>
          </a:xfrm>
        </p:spPr>
        <p:txBody>
          <a:bodyPr>
            <a:normAutofit/>
          </a:bodyPr>
          <a:lstStyle/>
          <a:p>
            <a:pPr>
              <a:lnSpc>
                <a:spcPct val="120000"/>
              </a:lnSpc>
              <a:spcBef>
                <a:spcPts val="1000"/>
              </a:spcBef>
            </a:pPr>
            <a:r>
              <a:rPr lang="en-US" sz="4000">
                <a:solidFill>
                  <a:srgbClr val="FFC000"/>
                </a:solidFill>
                <a:latin typeface="Georgia Pro Light"/>
                <a:cs typeface="Arial"/>
              </a:rPr>
              <a:t>Results Section – Simulation 3 </a:t>
            </a:r>
            <a:r>
              <a:rPr lang="en-US" sz="2000">
                <a:solidFill>
                  <a:srgbClr val="FFC000"/>
                </a:solidFill>
                <a:latin typeface="Georgia Pro Light"/>
                <a:cs typeface="Arial"/>
              </a:rPr>
              <a:t>(Curiosity 2)</a:t>
            </a:r>
          </a:p>
        </p:txBody>
      </p:sp>
      <p:cxnSp>
        <p:nvCxnSpPr>
          <p:cNvPr id="10" name="Straight Connector 9">
            <a:extLst>
              <a:ext uri="{FF2B5EF4-FFF2-40B4-BE49-F238E27FC236}">
                <a16:creationId xmlns:a16="http://schemas.microsoft.com/office/drawing/2014/main" id="{05C630D5-1ADF-4994-883A-6501F0DFCFA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952500" y="2053613"/>
            <a:ext cx="10325100" cy="0"/>
          </a:xfrm>
          <a:prstGeom prst="line">
            <a:avLst/>
          </a:prstGeom>
          <a:ln w="10795">
            <a:solidFill>
              <a:schemeClr val="tx2"/>
            </a:solidFill>
          </a:ln>
        </p:spPr>
        <p:style>
          <a:lnRef idx="1">
            <a:schemeClr val="accent1"/>
          </a:lnRef>
          <a:fillRef idx="0">
            <a:schemeClr val="accent1"/>
          </a:fillRef>
          <a:effectRef idx="0">
            <a:schemeClr val="accent1"/>
          </a:effectRef>
          <a:fontRef idx="minor">
            <a:schemeClr val="tx1"/>
          </a:fontRef>
        </p:style>
      </p:cxnSp>
      <p:pic>
        <p:nvPicPr>
          <p:cNvPr id="3" name="Picture 2" descr="A screenshot of a graph&#10;&#10;Description automatically generated">
            <a:extLst>
              <a:ext uri="{FF2B5EF4-FFF2-40B4-BE49-F238E27FC236}">
                <a16:creationId xmlns:a16="http://schemas.microsoft.com/office/drawing/2014/main" id="{98CD31F8-2968-DE1E-4298-2A3E55706D73}"/>
              </a:ext>
            </a:extLst>
          </p:cNvPr>
          <p:cNvPicPr>
            <a:picLocks noChangeAspect="1"/>
          </p:cNvPicPr>
          <p:nvPr/>
        </p:nvPicPr>
        <p:blipFill>
          <a:blip r:embed="rId3"/>
          <a:stretch>
            <a:fillRect/>
          </a:stretch>
        </p:blipFill>
        <p:spPr>
          <a:xfrm>
            <a:off x="1660072" y="2402219"/>
            <a:ext cx="8817427" cy="4067419"/>
          </a:xfrm>
          <a:prstGeom prst="rect">
            <a:avLst/>
          </a:prstGeom>
        </p:spPr>
      </p:pic>
    </p:spTree>
    <p:extLst>
      <p:ext uri="{BB962C8B-B14F-4D97-AF65-F5344CB8AC3E}">
        <p14:creationId xmlns:p14="http://schemas.microsoft.com/office/powerpoint/2010/main" val="12944967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BA761B-DE6B-4078-B4C9-0FFE37D238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938B7B-455E-047A-3E98-ABCC63DCDCF3}"/>
              </a:ext>
            </a:extLst>
          </p:cNvPr>
          <p:cNvSpPr>
            <a:spLocks noGrp="1"/>
          </p:cNvSpPr>
          <p:nvPr>
            <p:ph type="title"/>
          </p:nvPr>
        </p:nvSpPr>
        <p:spPr>
          <a:xfrm>
            <a:off x="849760" y="837032"/>
            <a:ext cx="10427840" cy="1108142"/>
          </a:xfrm>
        </p:spPr>
        <p:txBody>
          <a:bodyPr>
            <a:normAutofit/>
          </a:bodyPr>
          <a:lstStyle/>
          <a:p>
            <a:pPr>
              <a:lnSpc>
                <a:spcPct val="120000"/>
              </a:lnSpc>
              <a:spcBef>
                <a:spcPts val="1000"/>
              </a:spcBef>
            </a:pPr>
            <a:r>
              <a:rPr lang="en-US" sz="4000">
                <a:solidFill>
                  <a:srgbClr val="FFC000"/>
                </a:solidFill>
                <a:latin typeface="Georgia Pro Light"/>
                <a:cs typeface="Arial"/>
              </a:rPr>
              <a:t>Observations </a:t>
            </a:r>
          </a:p>
        </p:txBody>
      </p:sp>
      <p:cxnSp>
        <p:nvCxnSpPr>
          <p:cNvPr id="10" name="Straight Connector 9">
            <a:extLst>
              <a:ext uri="{FF2B5EF4-FFF2-40B4-BE49-F238E27FC236}">
                <a16:creationId xmlns:a16="http://schemas.microsoft.com/office/drawing/2014/main" id="{05C630D5-1ADF-4994-883A-6501F0DFCFA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952500" y="2053613"/>
            <a:ext cx="10325100" cy="0"/>
          </a:xfrm>
          <a:prstGeom prst="line">
            <a:avLst/>
          </a:prstGeom>
          <a:ln w="10795">
            <a:solidFill>
              <a:schemeClr val="tx2"/>
            </a:solidFill>
          </a:ln>
        </p:spPr>
        <p:style>
          <a:lnRef idx="1">
            <a:schemeClr val="accent1"/>
          </a:lnRef>
          <a:fillRef idx="0">
            <a:schemeClr val="accent1"/>
          </a:fillRef>
          <a:effectRef idx="0">
            <a:schemeClr val="accent1"/>
          </a:effectRef>
          <a:fontRef idx="minor">
            <a:schemeClr val="tx1"/>
          </a:fontRef>
        </p:style>
      </p:cxnSp>
      <p:sp>
        <p:nvSpPr>
          <p:cNvPr id="7" name="Content Placeholder 6">
            <a:extLst>
              <a:ext uri="{FF2B5EF4-FFF2-40B4-BE49-F238E27FC236}">
                <a16:creationId xmlns:a16="http://schemas.microsoft.com/office/drawing/2014/main" id="{0B7A04FF-9C59-0143-7E64-A153C131E1DC}"/>
              </a:ext>
            </a:extLst>
          </p:cNvPr>
          <p:cNvSpPr>
            <a:spLocks noGrp="1"/>
          </p:cNvSpPr>
          <p:nvPr>
            <p:ph idx="1"/>
          </p:nvPr>
        </p:nvSpPr>
        <p:spPr>
          <a:xfrm>
            <a:off x="849758" y="2188448"/>
            <a:ext cx="10427841" cy="3780834"/>
          </a:xfrm>
        </p:spPr>
        <p:txBody>
          <a:bodyPr vert="horz" lIns="91440" tIns="45720" rIns="91440" bIns="45720" rtlCol="0" anchor="t">
            <a:normAutofit lnSpcReduction="10000"/>
          </a:bodyPr>
          <a:lstStyle/>
          <a:p>
            <a:pPr marL="457200" indent="-457200">
              <a:buAutoNum type="arabicPeriod"/>
            </a:pPr>
            <a:r>
              <a:rPr lang="en-US"/>
              <a:t>When comparing simulation 1 and 2 we  </a:t>
            </a:r>
            <a:r>
              <a:rPr lang="en-US">
                <a:ea typeface="+mn-lt"/>
                <a:cs typeface="+mn-lt"/>
              </a:rPr>
              <a:t>observe that the results of simulation 2, is slightly better that simulation 1. </a:t>
            </a:r>
            <a:endParaRPr lang="en-US"/>
          </a:p>
          <a:p>
            <a:pPr marL="457200" indent="-457200">
              <a:buAutoNum type="arabicPeriod"/>
            </a:pPr>
            <a:r>
              <a:rPr lang="en-US"/>
              <a:t>When creating simulation 2 randomly using 6 feature spaces the results were poorer compared to simulation 1</a:t>
            </a:r>
          </a:p>
          <a:p>
            <a:pPr marL="457200" indent="-457200">
              <a:buAutoNum type="arabicPeriod"/>
            </a:pPr>
            <a:r>
              <a:rPr lang="en-US">
                <a:solidFill>
                  <a:srgbClr val="E2E3E8"/>
                </a:solidFill>
                <a:ea typeface="+mn-lt"/>
                <a:cs typeface="+mn-lt"/>
              </a:rPr>
              <a:t>simulation 2 results were better when we added 2 top performing features to the original 8 in simulation 1</a:t>
            </a:r>
          </a:p>
          <a:p>
            <a:pPr marL="0" indent="0">
              <a:buNone/>
            </a:pPr>
            <a:r>
              <a:rPr lang="en-US" sz="4000">
                <a:solidFill>
                  <a:srgbClr val="FFC000"/>
                </a:solidFill>
                <a:ea typeface="+mn-lt"/>
                <a:cs typeface="+mn-lt"/>
              </a:rPr>
              <a:t>Conclusion</a:t>
            </a:r>
            <a:endParaRPr lang="en-US">
              <a:ea typeface="+mn-lt"/>
              <a:cs typeface="+mn-lt"/>
            </a:endParaRPr>
          </a:p>
          <a:p>
            <a:pPr>
              <a:buAutoNum type="arabicPeriod"/>
            </a:pPr>
            <a:r>
              <a:rPr lang="en-US">
                <a:ea typeface="+mn-lt"/>
                <a:cs typeface="+mn-lt"/>
              </a:rPr>
              <a:t>The model gives better results if we selectively chose the top performing features.</a:t>
            </a:r>
          </a:p>
        </p:txBody>
      </p:sp>
    </p:spTree>
    <p:extLst>
      <p:ext uri="{BB962C8B-B14F-4D97-AF65-F5344CB8AC3E}">
        <p14:creationId xmlns:p14="http://schemas.microsoft.com/office/powerpoint/2010/main" val="4901282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410CB-2EEB-8CA8-89E1-109F490AE7C4}"/>
              </a:ext>
            </a:extLst>
          </p:cNvPr>
          <p:cNvSpPr>
            <a:spLocks noGrp="1"/>
          </p:cNvSpPr>
          <p:nvPr>
            <p:ph type="title"/>
          </p:nvPr>
        </p:nvSpPr>
        <p:spPr>
          <a:xfrm>
            <a:off x="1025605" y="2673440"/>
            <a:ext cx="10138451" cy="1509964"/>
          </a:xfrm>
        </p:spPr>
        <p:txBody>
          <a:bodyPr>
            <a:normAutofit fontScale="90000"/>
          </a:bodyPr>
          <a:lstStyle/>
          <a:p>
            <a:pPr algn="ctr"/>
            <a:r>
              <a:rPr lang="en-US" dirty="0">
                <a:solidFill>
                  <a:srgbClr val="FFC000"/>
                </a:solidFill>
              </a:rPr>
              <a:t>Thank you</a:t>
            </a:r>
            <a:br>
              <a:rPr lang="en-US" dirty="0">
                <a:solidFill>
                  <a:srgbClr val="FFC000"/>
                </a:solidFill>
              </a:rPr>
            </a:br>
            <a:br>
              <a:rPr lang="en-US" dirty="0"/>
            </a:br>
            <a:r>
              <a:rPr lang="en-US" sz="1800" dirty="0">
                <a:solidFill>
                  <a:srgbClr val="FFC000"/>
                </a:solidFill>
              </a:rPr>
              <a:t>Thank you Dr. Fu</a:t>
            </a:r>
            <a:br>
              <a:rPr lang="en-US" dirty="0"/>
            </a:br>
            <a:r>
              <a:rPr lang="en-US" sz="1800" dirty="0">
                <a:solidFill>
                  <a:srgbClr val="FFC000"/>
                </a:solidFill>
                <a:ea typeface="+mj-lt"/>
                <a:cs typeface="+mj-lt"/>
              </a:rPr>
              <a:t>I wanted to express my sincere gratitude for taking the time to attend my master's project defense.</a:t>
            </a:r>
          </a:p>
        </p:txBody>
      </p:sp>
    </p:spTree>
    <p:extLst>
      <p:ext uri="{BB962C8B-B14F-4D97-AF65-F5344CB8AC3E}">
        <p14:creationId xmlns:p14="http://schemas.microsoft.com/office/powerpoint/2010/main" val="3728290108"/>
      </p:ext>
    </p:extLst>
  </p:cSld>
  <p:clrMapOvr>
    <a:masterClrMapping/>
  </p:clrMapOvr>
</p:sld>
</file>

<file path=ppt/theme/theme1.xml><?xml version="1.0" encoding="utf-8"?>
<a:theme xmlns:a="http://schemas.openxmlformats.org/drawingml/2006/main" name="VaultVTI">
  <a:themeElements>
    <a:clrScheme name="AnalogousFromLightSeedRightStep">
      <a:dk1>
        <a:srgbClr val="000000"/>
      </a:dk1>
      <a:lt1>
        <a:srgbClr val="FFFFFF"/>
      </a:lt1>
      <a:dk2>
        <a:srgbClr val="243141"/>
      </a:dk2>
      <a:lt2>
        <a:srgbClr val="E2E3E8"/>
      </a:lt2>
      <a:accent1>
        <a:srgbClr val="AAA180"/>
      </a:accent1>
      <a:accent2>
        <a:srgbClr val="9CA671"/>
      </a:accent2>
      <a:accent3>
        <a:srgbClr val="8FA87F"/>
      </a:accent3>
      <a:accent4>
        <a:srgbClr val="76AD78"/>
      </a:accent4>
      <a:accent5>
        <a:srgbClr val="81AB94"/>
      </a:accent5>
      <a:accent6>
        <a:srgbClr val="74AAA2"/>
      </a:accent6>
      <a:hlink>
        <a:srgbClr val="6978AE"/>
      </a:hlink>
      <a:folHlink>
        <a:srgbClr val="7F7F7F"/>
      </a:folHlink>
    </a:clrScheme>
    <a:fontScheme name="Custom 5">
      <a:majorFont>
        <a:latin typeface="Georgia Pro Light"/>
        <a:ea typeface=""/>
        <a:cs typeface=""/>
      </a:majorFont>
      <a:minorFont>
        <a:latin typeface="Georgia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ultVTI" id="{144E1EB0-F9F9-4F8D-8264-A2820BA0C47A}" vid="{3A992A48-7697-4A22-A884-B4A11E6218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a2761ec8-7198-4440-bea0-e9dd2af28b51}" enabled="1" method="Standard" siteId="{73e15cf5-5dbb-46af-a862-753916269d73}" removed="0"/>
</clbl:labelList>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26</Slides>
  <Notes>24</Notes>
  <HiddenSlides>0</HiddenSlide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VaultVTI</vt:lpstr>
      <vt:lpstr>Experimental Analysis Of Pixel Based Brain Tumor Detection on BraTS 2020 Dataset </vt:lpstr>
      <vt:lpstr>Content</vt:lpstr>
      <vt:lpstr>PowerPoint Presentation</vt:lpstr>
      <vt:lpstr>Introduction </vt:lpstr>
      <vt:lpstr>Dataset – BraTS Dataset</vt:lpstr>
      <vt:lpstr>Dataset – MRI Modalities</vt:lpstr>
      <vt:lpstr>Dataset – Ground Truth</vt:lpstr>
      <vt:lpstr>Dataset – Fourth Label</vt:lpstr>
      <vt:lpstr>Methodology</vt:lpstr>
      <vt:lpstr>Methodology - Image Processing Filters </vt:lpstr>
      <vt:lpstr>Methodology - Image Processing Filters </vt:lpstr>
      <vt:lpstr>Methodology – Construction of feature Space</vt:lpstr>
      <vt:lpstr>Methodology – Balancing Dataset</vt:lpstr>
      <vt:lpstr>Methodology – Random Forest</vt:lpstr>
      <vt:lpstr>Feature Importance matrices for 8 feature</vt:lpstr>
      <vt:lpstr>Feature Importance matrices for 6 feature</vt:lpstr>
      <vt:lpstr>Experimental Section– Simulation 1 and 2</vt:lpstr>
      <vt:lpstr>Experimental Section– Simulation 3</vt:lpstr>
      <vt:lpstr>Results Section – Simulation 1</vt:lpstr>
      <vt:lpstr>Results Section – Simulation 2</vt:lpstr>
      <vt:lpstr>Results Section – Simulation 3 (Curiosity 1)</vt:lpstr>
      <vt:lpstr>Results Section – Simulation 3 (Curiosity 1)</vt:lpstr>
      <vt:lpstr>Results Section – Simulation 3 (Curiosity 2)</vt:lpstr>
      <vt:lpstr>Results Section – Simulation 3 (Curiosity 2)</vt:lpstr>
      <vt:lpstr>Observations </vt:lpstr>
      <vt:lpstr>Thank you  Thank you Dr. Fu I wanted to express my sincere gratitude for taking the time to attend my master's project defense.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28</cp:revision>
  <dcterms:created xsi:type="dcterms:W3CDTF">2024-11-20T19:51:02Z</dcterms:created>
  <dcterms:modified xsi:type="dcterms:W3CDTF">2025-02-04T00:32:49Z</dcterms:modified>
</cp:coreProperties>
</file>